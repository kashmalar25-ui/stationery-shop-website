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4" r:id="rId6"/>
    <p:sldId id="269" r:id="rId7"/>
    <p:sldId id="270" r:id="rId8"/>
    <p:sldId id="262" r:id="rId9"/>
    <p:sldId id="267" r:id="rId10"/>
    <p:sldId id="280" r:id="rId11"/>
    <p:sldId id="281" r:id="rId12"/>
    <p:sldId id="282" r:id="rId13"/>
    <p:sldId id="283" r:id="rId14"/>
    <p:sldId id="284" r:id="rId15"/>
    <p:sldId id="274" r:id="rId16"/>
    <p:sldId id="285" r:id="rId17"/>
    <p:sldId id="286" r:id="rId18"/>
    <p:sldId id="278" r:id="rId19"/>
    <p:sldId id="279" r:id="rId20"/>
    <p:sldId id="28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BF7"/>
    <a:srgbClr val="333333"/>
    <a:srgbClr val="5E78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FE528C-D2B9-4BAB-B689-B5837EDD1E5A}" v="69" dt="2026-01-03T10:59:50.2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3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haseeb" userId="90bb67323b7159e6" providerId="LiveId" clId="{FE2A28C2-0312-46BD-A00C-698BA287CBA6}"/>
    <pc:docChg chg="undo redo custSel addSld delSld modSld sldOrd">
      <pc:chgData name="muhammad haseeb" userId="90bb67323b7159e6" providerId="LiveId" clId="{FE2A28C2-0312-46BD-A00C-698BA287CBA6}" dt="2026-01-03T14:11:58.492" v="2026" actId="14100"/>
      <pc:docMkLst>
        <pc:docMk/>
      </pc:docMkLst>
      <pc:sldChg chg="addSp delSp modSp mod">
        <pc:chgData name="muhammad haseeb" userId="90bb67323b7159e6" providerId="LiveId" clId="{FE2A28C2-0312-46BD-A00C-698BA287CBA6}" dt="2026-01-03T11:40:53.888" v="1475" actId="20577"/>
        <pc:sldMkLst>
          <pc:docMk/>
          <pc:sldMk cId="173935177" sldId="256"/>
        </pc:sldMkLst>
        <pc:spChg chg="mod">
          <ac:chgData name="muhammad haseeb" userId="90bb67323b7159e6" providerId="LiveId" clId="{FE2A28C2-0312-46BD-A00C-698BA287CBA6}" dt="2026-01-03T11:40:53.888" v="1475" actId="20577"/>
          <ac:spMkLst>
            <pc:docMk/>
            <pc:sldMk cId="173935177" sldId="256"/>
            <ac:spMk id="3" creationId="{4066FB08-F1C8-894C-8F39-4527AA4B50CC}"/>
          </ac:spMkLst>
        </pc:spChg>
        <pc:spChg chg="add del mod">
          <ac:chgData name="muhammad haseeb" userId="90bb67323b7159e6" providerId="LiveId" clId="{FE2A28C2-0312-46BD-A00C-698BA287CBA6}" dt="2026-01-03T11:35:43.054" v="1359"/>
          <ac:spMkLst>
            <pc:docMk/>
            <pc:sldMk cId="173935177" sldId="256"/>
            <ac:spMk id="5" creationId="{5E182C87-3834-439B-F9EE-E098B77CA913}"/>
          </ac:spMkLst>
        </pc:spChg>
        <pc:spChg chg="add del mod">
          <ac:chgData name="muhammad haseeb" userId="90bb67323b7159e6" providerId="LiveId" clId="{FE2A28C2-0312-46BD-A00C-698BA287CBA6}" dt="2026-01-03T11:37:09.322" v="1385" actId="478"/>
          <ac:spMkLst>
            <pc:docMk/>
            <pc:sldMk cId="173935177" sldId="256"/>
            <ac:spMk id="6" creationId="{0FD39A93-E8B9-588B-976A-6D8536B1AF2D}"/>
          </ac:spMkLst>
        </pc:spChg>
      </pc:sldChg>
      <pc:sldChg chg="addSp delSp modSp mod setBg">
        <pc:chgData name="muhammad haseeb" userId="90bb67323b7159e6" providerId="LiveId" clId="{FE2A28C2-0312-46BD-A00C-698BA287CBA6}" dt="2026-01-03T11:40:23.568" v="1468" actId="404"/>
        <pc:sldMkLst>
          <pc:docMk/>
          <pc:sldMk cId="350048127" sldId="258"/>
        </pc:sldMkLst>
        <pc:spChg chg="mod">
          <ac:chgData name="muhammad haseeb" userId="90bb67323b7159e6" providerId="LiveId" clId="{FE2A28C2-0312-46BD-A00C-698BA287CBA6}" dt="2026-01-03T10:04:05.910" v="49" actId="1076"/>
          <ac:spMkLst>
            <pc:docMk/>
            <pc:sldMk cId="350048127" sldId="258"/>
            <ac:spMk id="2" creationId="{B74F5DFE-1038-256E-248B-BD95D9ACD6DA}"/>
          </ac:spMkLst>
        </pc:spChg>
        <pc:spChg chg="mod">
          <ac:chgData name="muhammad haseeb" userId="90bb67323b7159e6" providerId="LiveId" clId="{FE2A28C2-0312-46BD-A00C-698BA287CBA6}" dt="2026-01-03T11:40:23.568" v="1468" actId="404"/>
          <ac:spMkLst>
            <pc:docMk/>
            <pc:sldMk cId="350048127" sldId="258"/>
            <ac:spMk id="10" creationId="{0C9D2BEC-F3DC-4F00-374C-AA6FFC15BA14}"/>
          </ac:spMkLst>
        </pc:spChg>
        <pc:spChg chg="add">
          <ac:chgData name="muhammad haseeb" userId="90bb67323b7159e6" providerId="LiveId" clId="{FE2A28C2-0312-46BD-A00C-698BA287CBA6}" dt="2026-01-03T09:57:01.859" v="0"/>
          <ac:spMkLst>
            <pc:docMk/>
            <pc:sldMk cId="350048127" sldId="258"/>
            <ac:spMk id="11" creationId="{E6F53242-E81C-D126-8D34-E85FE2DC50F5}"/>
          </ac:spMkLst>
        </pc:spChg>
        <pc:picChg chg="add del mod">
          <ac:chgData name="muhammad haseeb" userId="90bb67323b7159e6" providerId="LiveId" clId="{FE2A28C2-0312-46BD-A00C-698BA287CBA6}" dt="2026-01-03T09:59:24.205" v="13" actId="478"/>
          <ac:picMkLst>
            <pc:docMk/>
            <pc:sldMk cId="350048127" sldId="258"/>
            <ac:picMk id="13" creationId="{53F1DEDA-A630-F69A-CFF6-A5B9A047A6F7}"/>
          </ac:picMkLst>
        </pc:picChg>
        <pc:picChg chg="add">
          <ac:chgData name="muhammad haseeb" userId="90bb67323b7159e6" providerId="LiveId" clId="{FE2A28C2-0312-46BD-A00C-698BA287CBA6}" dt="2026-01-03T09:59:05.723" v="10" actId="22"/>
          <ac:picMkLst>
            <pc:docMk/>
            <pc:sldMk cId="350048127" sldId="258"/>
            <ac:picMk id="15" creationId="{A5190F8E-C51C-121E-59DD-D2E7A2ED9C86}"/>
          </ac:picMkLst>
        </pc:picChg>
        <pc:picChg chg="add">
          <ac:chgData name="muhammad haseeb" userId="90bb67323b7159e6" providerId="LiveId" clId="{FE2A28C2-0312-46BD-A00C-698BA287CBA6}" dt="2026-01-03T09:59:22.291" v="12" actId="22"/>
          <ac:picMkLst>
            <pc:docMk/>
            <pc:sldMk cId="350048127" sldId="258"/>
            <ac:picMk id="17" creationId="{D72FC6F9-4540-CEC4-06CF-9A81FBADF79F}"/>
          </ac:picMkLst>
        </pc:picChg>
        <pc:picChg chg="add del">
          <ac:chgData name="muhammad haseeb" userId="90bb67323b7159e6" providerId="LiveId" clId="{FE2A28C2-0312-46BD-A00C-698BA287CBA6}" dt="2026-01-03T09:59:27.759" v="15" actId="22"/>
          <ac:picMkLst>
            <pc:docMk/>
            <pc:sldMk cId="350048127" sldId="258"/>
            <ac:picMk id="19" creationId="{1204EF8A-1CBB-2985-1A70-35D8AD73D663}"/>
          </ac:picMkLst>
        </pc:picChg>
        <pc:picChg chg="add mod">
          <ac:chgData name="muhammad haseeb" userId="90bb67323b7159e6" providerId="LiveId" clId="{FE2A28C2-0312-46BD-A00C-698BA287CBA6}" dt="2026-01-03T10:00:18.076" v="19" actId="1076"/>
          <ac:picMkLst>
            <pc:docMk/>
            <pc:sldMk cId="350048127" sldId="258"/>
            <ac:picMk id="21" creationId="{DAD93BB1-3DDA-9F06-A8A1-6FA33FFA25C3}"/>
          </ac:picMkLst>
        </pc:picChg>
      </pc:sldChg>
      <pc:sldChg chg="addSp delSp modSp mod">
        <pc:chgData name="muhammad haseeb" userId="90bb67323b7159e6" providerId="LiveId" clId="{FE2A28C2-0312-46BD-A00C-698BA287CBA6}" dt="2026-01-03T11:40:11.356" v="1467" actId="404"/>
        <pc:sldMkLst>
          <pc:docMk/>
          <pc:sldMk cId="3408002483" sldId="260"/>
        </pc:sldMkLst>
        <pc:spChg chg="del mod">
          <ac:chgData name="muhammad haseeb" userId="90bb67323b7159e6" providerId="LiveId" clId="{FE2A28C2-0312-46BD-A00C-698BA287CBA6}" dt="2026-01-03T10:13:31.655" v="178"/>
          <ac:spMkLst>
            <pc:docMk/>
            <pc:sldMk cId="3408002483" sldId="260"/>
            <ac:spMk id="2" creationId="{9C1340D2-4E0A-AB52-E2EE-1154C5CA6E32}"/>
          </ac:spMkLst>
        </pc:spChg>
        <pc:spChg chg="del mod">
          <ac:chgData name="muhammad haseeb" userId="90bb67323b7159e6" providerId="LiveId" clId="{FE2A28C2-0312-46BD-A00C-698BA287CBA6}" dt="2026-01-03T10:06:50.487" v="52"/>
          <ac:spMkLst>
            <pc:docMk/>
            <pc:sldMk cId="3408002483" sldId="260"/>
            <ac:spMk id="6" creationId="{87B4A044-130F-BC17-44F3-653E5865F794}"/>
          </ac:spMkLst>
        </pc:spChg>
        <pc:spChg chg="del mod">
          <ac:chgData name="muhammad haseeb" userId="90bb67323b7159e6" providerId="LiveId" clId="{FE2A28C2-0312-46BD-A00C-698BA287CBA6}" dt="2026-01-03T10:10:48.915" v="59"/>
          <ac:spMkLst>
            <pc:docMk/>
            <pc:sldMk cId="3408002483" sldId="260"/>
            <ac:spMk id="8" creationId="{5EE6D3EB-CD2D-D718-FDA1-823F0B65DD78}"/>
          </ac:spMkLst>
        </pc:spChg>
        <pc:spChg chg="add mod">
          <ac:chgData name="muhammad haseeb" userId="90bb67323b7159e6" providerId="LiveId" clId="{FE2A28C2-0312-46BD-A00C-698BA287CBA6}" dt="2026-01-03T11:40:11.356" v="1467" actId="404"/>
          <ac:spMkLst>
            <pc:docMk/>
            <pc:sldMk cId="3408002483" sldId="260"/>
            <ac:spMk id="10" creationId="{C6CC8410-9F51-BC8C-3508-2ECF1C19D46E}"/>
          </ac:spMkLst>
        </pc:spChg>
        <pc:spChg chg="add">
          <ac:chgData name="muhammad haseeb" userId="90bb67323b7159e6" providerId="LiveId" clId="{FE2A28C2-0312-46BD-A00C-698BA287CBA6}" dt="2026-01-03T10:11:01.162" v="60"/>
          <ac:spMkLst>
            <pc:docMk/>
            <pc:sldMk cId="3408002483" sldId="260"/>
            <ac:spMk id="11" creationId="{FA46E40D-1399-4676-AD80-5C7DFFE354B3}"/>
          </ac:spMkLst>
        </pc:spChg>
        <pc:spChg chg="add del">
          <ac:chgData name="muhammad haseeb" userId="90bb67323b7159e6" providerId="LiveId" clId="{FE2A28C2-0312-46BD-A00C-698BA287CBA6}" dt="2026-01-03T10:12:47.586" v="99" actId="22"/>
          <ac:spMkLst>
            <pc:docMk/>
            <pc:sldMk cId="3408002483" sldId="260"/>
            <ac:spMk id="13" creationId="{16849872-4251-B566-8DD9-AD452CC4092C}"/>
          </ac:spMkLst>
        </pc:spChg>
        <pc:spChg chg="add mod">
          <ac:chgData name="muhammad haseeb" userId="90bb67323b7159e6" providerId="LiveId" clId="{FE2A28C2-0312-46BD-A00C-698BA287CBA6}" dt="2026-01-03T10:26:24.109" v="201" actId="1037"/>
          <ac:spMkLst>
            <pc:docMk/>
            <pc:sldMk cId="3408002483" sldId="260"/>
            <ac:spMk id="14" creationId="{71DC06A7-4CB2-0DDE-1ED4-153B014BD4DA}"/>
          </ac:spMkLst>
        </pc:spChg>
        <pc:spChg chg="add">
          <ac:chgData name="muhammad haseeb" userId="90bb67323b7159e6" providerId="LiveId" clId="{FE2A28C2-0312-46BD-A00C-698BA287CBA6}" dt="2026-01-03T10:19:16.029" v="180"/>
          <ac:spMkLst>
            <pc:docMk/>
            <pc:sldMk cId="3408002483" sldId="260"/>
            <ac:spMk id="15" creationId="{A4556077-A47D-6D50-1053-343CF956B9A3}"/>
          </ac:spMkLst>
        </pc:spChg>
        <pc:picChg chg="add mod">
          <ac:chgData name="muhammad haseeb" userId="90bb67323b7159e6" providerId="LiveId" clId="{FE2A28C2-0312-46BD-A00C-698BA287CBA6}" dt="2026-01-03T10:22:06.801" v="186" actId="1076"/>
          <ac:picMkLst>
            <pc:docMk/>
            <pc:sldMk cId="3408002483" sldId="260"/>
            <ac:picMk id="17" creationId="{69C482FF-4599-BD3D-6A8B-E0EACFD9DEB1}"/>
          </ac:picMkLst>
        </pc:picChg>
      </pc:sldChg>
      <pc:sldChg chg="addSp delSp modSp mod">
        <pc:chgData name="muhammad haseeb" userId="90bb67323b7159e6" providerId="LiveId" clId="{FE2A28C2-0312-46BD-A00C-698BA287CBA6}" dt="2026-01-03T11:50:23.300" v="1512" actId="1076"/>
        <pc:sldMkLst>
          <pc:docMk/>
          <pc:sldMk cId="2642952616" sldId="261"/>
        </pc:sldMkLst>
        <pc:spChg chg="add del mod">
          <ac:chgData name="muhammad haseeb" userId="90bb67323b7159e6" providerId="LiveId" clId="{FE2A28C2-0312-46BD-A00C-698BA287CBA6}" dt="2026-01-03T10:36:38.535" v="286" actId="478"/>
          <ac:spMkLst>
            <pc:docMk/>
            <pc:sldMk cId="2642952616" sldId="261"/>
            <ac:spMk id="2" creationId="{3760D0BB-4019-F3F6-8EB1-1D0582E2F7A6}"/>
          </ac:spMkLst>
        </pc:spChg>
        <pc:spChg chg="del mod">
          <ac:chgData name="muhammad haseeb" userId="90bb67323b7159e6" providerId="LiveId" clId="{FE2A28C2-0312-46BD-A00C-698BA287CBA6}" dt="2026-01-03T10:26:15.462" v="199"/>
          <ac:spMkLst>
            <pc:docMk/>
            <pc:sldMk cId="2642952616" sldId="261"/>
            <ac:spMk id="3" creationId="{EC56E40E-C3B2-B227-D0F3-D3850BE333F3}"/>
          </ac:spMkLst>
        </pc:spChg>
        <pc:spChg chg="mod">
          <ac:chgData name="muhammad haseeb" userId="90bb67323b7159e6" providerId="LiveId" clId="{FE2A28C2-0312-46BD-A00C-698BA287CBA6}" dt="2026-01-03T10:38:15.686" v="321" actId="2710"/>
          <ac:spMkLst>
            <pc:docMk/>
            <pc:sldMk cId="2642952616" sldId="261"/>
            <ac:spMk id="5" creationId="{0F745BFC-9786-FA83-5B20-B20D941E65BF}"/>
          </ac:spMkLst>
        </pc:spChg>
        <pc:spChg chg="add mod">
          <ac:chgData name="muhammad haseeb" userId="90bb67323b7159e6" providerId="LiveId" clId="{FE2A28C2-0312-46BD-A00C-698BA287CBA6}" dt="2026-01-03T10:37:30.730" v="310" actId="20577"/>
          <ac:spMkLst>
            <pc:docMk/>
            <pc:sldMk cId="2642952616" sldId="261"/>
            <ac:spMk id="6" creationId="{8E829874-8FC6-FFCC-9AA0-A2BEFCB767C9}"/>
          </ac:spMkLst>
        </pc:spChg>
        <pc:picChg chg="add del mod">
          <ac:chgData name="muhammad haseeb" userId="90bb67323b7159e6" providerId="LiveId" clId="{FE2A28C2-0312-46BD-A00C-698BA287CBA6}" dt="2026-01-03T11:49:00.841" v="1501" actId="478"/>
          <ac:picMkLst>
            <pc:docMk/>
            <pc:sldMk cId="2642952616" sldId="261"/>
            <ac:picMk id="8" creationId="{0C9A0EB0-0422-1CD7-BB31-FCBA1F0542CD}"/>
          </ac:picMkLst>
        </pc:picChg>
        <pc:picChg chg="add del mod">
          <ac:chgData name="muhammad haseeb" userId="90bb67323b7159e6" providerId="LiveId" clId="{FE2A28C2-0312-46BD-A00C-698BA287CBA6}" dt="2026-01-03T11:50:01.248" v="1506" actId="478"/>
          <ac:picMkLst>
            <pc:docMk/>
            <pc:sldMk cId="2642952616" sldId="261"/>
            <ac:picMk id="10" creationId="{4B5AA6A6-607D-CE30-316C-03DC6AC7C45D}"/>
          </ac:picMkLst>
        </pc:picChg>
        <pc:picChg chg="add mod">
          <ac:chgData name="muhammad haseeb" userId="90bb67323b7159e6" providerId="LiveId" clId="{FE2A28C2-0312-46BD-A00C-698BA287CBA6}" dt="2026-01-03T11:50:23.300" v="1512" actId="1076"/>
          <ac:picMkLst>
            <pc:docMk/>
            <pc:sldMk cId="2642952616" sldId="261"/>
            <ac:picMk id="12" creationId="{5ECAAEE6-1F76-1FC9-28F6-6BA8D62C0883}"/>
          </ac:picMkLst>
        </pc:picChg>
      </pc:sldChg>
      <pc:sldChg chg="addSp delSp modSp mod">
        <pc:chgData name="muhammad haseeb" userId="90bb67323b7159e6" providerId="LiveId" clId="{FE2A28C2-0312-46BD-A00C-698BA287CBA6}" dt="2026-01-03T11:09:23.640" v="868" actId="14100"/>
        <pc:sldMkLst>
          <pc:docMk/>
          <pc:sldMk cId="77586357" sldId="262"/>
        </pc:sldMkLst>
        <pc:spChg chg="del mod">
          <ac:chgData name="muhammad haseeb" userId="90bb67323b7159e6" providerId="LiveId" clId="{FE2A28C2-0312-46BD-A00C-698BA287CBA6}" dt="2026-01-03T10:55:32.668" v="639" actId="478"/>
          <ac:spMkLst>
            <pc:docMk/>
            <pc:sldMk cId="77586357" sldId="262"/>
            <ac:spMk id="2" creationId="{63BDC52D-9BC6-B7F3-5510-B8DA53456205}"/>
          </ac:spMkLst>
        </pc:spChg>
        <pc:spChg chg="del mod">
          <ac:chgData name="muhammad haseeb" userId="90bb67323b7159e6" providerId="LiveId" clId="{FE2A28C2-0312-46BD-A00C-698BA287CBA6}" dt="2026-01-03T10:54:23.227" v="592"/>
          <ac:spMkLst>
            <pc:docMk/>
            <pc:sldMk cId="77586357" sldId="262"/>
            <ac:spMk id="3" creationId="{C82CF441-EA1D-1B2A-912D-44CBD9FD271F}"/>
          </ac:spMkLst>
        </pc:spChg>
        <pc:spChg chg="del mod">
          <ac:chgData name="muhammad haseeb" userId="90bb67323b7159e6" providerId="LiveId" clId="{FE2A28C2-0312-46BD-A00C-698BA287CBA6}" dt="2026-01-03T10:53:40.993" v="586"/>
          <ac:spMkLst>
            <pc:docMk/>
            <pc:sldMk cId="77586357" sldId="262"/>
            <ac:spMk id="5" creationId="{FFBA3352-522F-A4CE-826D-849E7EB93F0A}"/>
          </ac:spMkLst>
        </pc:spChg>
        <pc:spChg chg="mod">
          <ac:chgData name="muhammad haseeb" userId="90bb67323b7159e6" providerId="LiveId" clId="{FE2A28C2-0312-46BD-A00C-698BA287CBA6}" dt="2026-01-03T11:09:23.640" v="868" actId="14100"/>
          <ac:spMkLst>
            <pc:docMk/>
            <pc:sldMk cId="77586357" sldId="262"/>
            <ac:spMk id="7" creationId="{4B183D29-4EEB-4272-AE43-538D23486410}"/>
          </ac:spMkLst>
        </pc:spChg>
        <pc:spChg chg="add mod">
          <ac:chgData name="muhammad haseeb" userId="90bb67323b7159e6" providerId="LiveId" clId="{FE2A28C2-0312-46BD-A00C-698BA287CBA6}" dt="2026-01-03T10:56:24.536" v="649" actId="1076"/>
          <ac:spMkLst>
            <pc:docMk/>
            <pc:sldMk cId="77586357" sldId="262"/>
            <ac:spMk id="8" creationId="{1777E522-465F-9B22-6C3A-D8222CB98641}"/>
          </ac:spMkLst>
        </pc:spChg>
        <pc:spChg chg="add mod">
          <ac:chgData name="muhammad haseeb" userId="90bb67323b7159e6" providerId="LiveId" clId="{FE2A28C2-0312-46BD-A00C-698BA287CBA6}" dt="2026-01-03T10:55:29.679" v="638" actId="20577"/>
          <ac:spMkLst>
            <pc:docMk/>
            <pc:sldMk cId="77586357" sldId="262"/>
            <ac:spMk id="9" creationId="{0BCAD4DE-0995-6061-6B39-B16FFB2990B8}"/>
          </ac:spMkLst>
        </pc:spChg>
      </pc:sldChg>
      <pc:sldChg chg="addSp delSp modSp add del mod">
        <pc:chgData name="muhammad haseeb" userId="90bb67323b7159e6" providerId="LiveId" clId="{FE2A28C2-0312-46BD-A00C-698BA287CBA6}" dt="2026-01-03T10:36:38.243" v="275" actId="2696"/>
        <pc:sldMkLst>
          <pc:docMk/>
          <pc:sldMk cId="1703090050" sldId="263"/>
        </pc:sldMkLst>
        <pc:spChg chg="add del mod">
          <ac:chgData name="muhammad haseeb" userId="90bb67323b7159e6" providerId="LiveId" clId="{FE2A28C2-0312-46BD-A00C-698BA287CBA6}" dt="2026-01-03T10:36:38.223" v="274" actId="478"/>
          <ac:spMkLst>
            <pc:docMk/>
            <pc:sldMk cId="1703090050" sldId="263"/>
            <ac:spMk id="2" creationId="{68A79D20-8075-2247-0F3D-879CD72FB279}"/>
          </ac:spMkLst>
        </pc:spChg>
        <pc:spChg chg="add del mod">
          <ac:chgData name="muhammad haseeb" userId="90bb67323b7159e6" providerId="LiveId" clId="{FE2A28C2-0312-46BD-A00C-698BA287CBA6}" dt="2026-01-03T10:36:37.514" v="272" actId="478"/>
          <ac:spMkLst>
            <pc:docMk/>
            <pc:sldMk cId="1703090050" sldId="263"/>
            <ac:spMk id="4" creationId="{84BF314D-BEB0-883C-8BA5-6CF932B0A32D}"/>
          </ac:spMkLst>
        </pc:spChg>
      </pc:sldChg>
      <pc:sldChg chg="addSp delSp modSp mod">
        <pc:chgData name="muhammad haseeb" userId="90bb67323b7159e6" providerId="LiveId" clId="{FE2A28C2-0312-46BD-A00C-698BA287CBA6}" dt="2026-01-03T11:45:29.813" v="1490" actId="1076"/>
        <pc:sldMkLst>
          <pc:docMk/>
          <pc:sldMk cId="3835364696" sldId="264"/>
        </pc:sldMkLst>
        <pc:spChg chg="del">
          <ac:chgData name="muhammad haseeb" userId="90bb67323b7159e6" providerId="LiveId" clId="{FE2A28C2-0312-46BD-A00C-698BA287CBA6}" dt="2026-01-03T10:38:32.756" v="322" actId="478"/>
          <ac:spMkLst>
            <pc:docMk/>
            <pc:sldMk cId="3835364696" sldId="264"/>
            <ac:spMk id="2" creationId="{9E9E1E4F-EBC8-9BC7-D167-757552D9CACD}"/>
          </ac:spMkLst>
        </pc:spChg>
        <pc:spChg chg="mod">
          <ac:chgData name="muhammad haseeb" userId="90bb67323b7159e6" providerId="LiveId" clId="{FE2A28C2-0312-46BD-A00C-698BA287CBA6}" dt="2026-01-03T10:43:11.208" v="466" actId="1076"/>
          <ac:spMkLst>
            <pc:docMk/>
            <pc:sldMk cId="3835364696" sldId="264"/>
            <ac:spMk id="4" creationId="{29898529-32BD-62B0-D92C-4F31F294971A}"/>
          </ac:spMkLst>
        </pc:spChg>
        <pc:spChg chg="add mod">
          <ac:chgData name="muhammad haseeb" userId="90bb67323b7159e6" providerId="LiveId" clId="{FE2A28C2-0312-46BD-A00C-698BA287CBA6}" dt="2026-01-03T10:41:41.075" v="414" actId="1076"/>
          <ac:spMkLst>
            <pc:docMk/>
            <pc:sldMk cId="3835364696" sldId="264"/>
            <ac:spMk id="5" creationId="{B474A3FB-D659-1729-F20E-864DEBD063A0}"/>
          </ac:spMkLst>
        </pc:spChg>
        <pc:picChg chg="add del mod">
          <ac:chgData name="muhammad haseeb" userId="90bb67323b7159e6" providerId="LiveId" clId="{FE2A28C2-0312-46BD-A00C-698BA287CBA6}" dt="2026-01-03T11:43:42.623" v="1476" actId="478"/>
          <ac:picMkLst>
            <pc:docMk/>
            <pc:sldMk cId="3835364696" sldId="264"/>
            <ac:picMk id="7" creationId="{7B8416BA-7396-229B-981C-F36F4291BB54}"/>
          </ac:picMkLst>
        </pc:picChg>
        <pc:picChg chg="add del mod">
          <ac:chgData name="muhammad haseeb" userId="90bb67323b7159e6" providerId="LiveId" clId="{FE2A28C2-0312-46BD-A00C-698BA287CBA6}" dt="2026-01-03T11:45:05.571" v="1482" actId="478"/>
          <ac:picMkLst>
            <pc:docMk/>
            <pc:sldMk cId="3835364696" sldId="264"/>
            <ac:picMk id="9" creationId="{1BB0473C-10CA-9AC5-BA16-7F875A96354D}"/>
          </ac:picMkLst>
        </pc:picChg>
        <pc:picChg chg="add mod">
          <ac:chgData name="muhammad haseeb" userId="90bb67323b7159e6" providerId="LiveId" clId="{FE2A28C2-0312-46BD-A00C-698BA287CBA6}" dt="2026-01-03T11:45:29.813" v="1490" actId="1076"/>
          <ac:picMkLst>
            <pc:docMk/>
            <pc:sldMk cId="3835364696" sldId="264"/>
            <ac:picMk id="11" creationId="{D0D43327-9B5C-FBD3-5963-61B67FD46F8A}"/>
          </ac:picMkLst>
        </pc:picChg>
      </pc:sldChg>
      <pc:sldChg chg="modSp del mod">
        <pc:chgData name="muhammad haseeb" userId="90bb67323b7159e6" providerId="LiveId" clId="{FE2A28C2-0312-46BD-A00C-698BA287CBA6}" dt="2026-01-03T10:57:46.923" v="670" actId="2696"/>
        <pc:sldMkLst>
          <pc:docMk/>
          <pc:sldMk cId="3265685030" sldId="266"/>
        </pc:sldMkLst>
        <pc:spChg chg="mod">
          <ac:chgData name="muhammad haseeb" userId="90bb67323b7159e6" providerId="LiveId" clId="{FE2A28C2-0312-46BD-A00C-698BA287CBA6}" dt="2026-01-03T10:57:27.465" v="669" actId="20577"/>
          <ac:spMkLst>
            <pc:docMk/>
            <pc:sldMk cId="3265685030" sldId="266"/>
            <ac:spMk id="2" creationId="{319EE670-B33C-A07E-8C48-2C7B0E470898}"/>
          </ac:spMkLst>
        </pc:spChg>
      </pc:sldChg>
      <pc:sldChg chg="addSp modSp mod">
        <pc:chgData name="muhammad haseeb" userId="90bb67323b7159e6" providerId="LiveId" clId="{FE2A28C2-0312-46BD-A00C-698BA287CBA6}" dt="2026-01-03T11:20:20.882" v="957" actId="113"/>
        <pc:sldMkLst>
          <pc:docMk/>
          <pc:sldMk cId="3006243035" sldId="267"/>
        </pc:sldMkLst>
        <pc:spChg chg="mod">
          <ac:chgData name="muhammad haseeb" userId="90bb67323b7159e6" providerId="LiveId" clId="{FE2A28C2-0312-46BD-A00C-698BA287CBA6}" dt="2026-01-03T11:20:08.270" v="956" actId="403"/>
          <ac:spMkLst>
            <pc:docMk/>
            <pc:sldMk cId="3006243035" sldId="267"/>
            <ac:spMk id="2" creationId="{84FAA9F0-D942-E4A1-0B63-CA0523BCE03A}"/>
          </ac:spMkLst>
        </pc:spChg>
        <pc:spChg chg="mod">
          <ac:chgData name="muhammad haseeb" userId="90bb67323b7159e6" providerId="LiveId" clId="{FE2A28C2-0312-46BD-A00C-698BA287CBA6}" dt="2026-01-03T11:20:20.882" v="957" actId="113"/>
          <ac:spMkLst>
            <pc:docMk/>
            <pc:sldMk cId="3006243035" sldId="267"/>
            <ac:spMk id="4" creationId="{CF15F7CC-94EA-D4E3-416D-C99B0D1C6583}"/>
          </ac:spMkLst>
        </pc:spChg>
        <pc:picChg chg="add mod">
          <ac:chgData name="muhammad haseeb" userId="90bb67323b7159e6" providerId="LiveId" clId="{FE2A28C2-0312-46BD-A00C-698BA287CBA6}" dt="2026-01-03T11:01:33.653" v="720" actId="1076"/>
          <ac:picMkLst>
            <pc:docMk/>
            <pc:sldMk cId="3006243035" sldId="267"/>
            <ac:picMk id="6" creationId="{FAF3F871-ECAF-C79B-1883-60458BBF36E5}"/>
          </ac:picMkLst>
        </pc:picChg>
      </pc:sldChg>
      <pc:sldChg chg="addSp delSp modSp add del mod setBg">
        <pc:chgData name="muhammad haseeb" userId="90bb67323b7159e6" providerId="LiveId" clId="{FE2A28C2-0312-46BD-A00C-698BA287CBA6}" dt="2026-01-03T13:52:30.291" v="1708" actId="2696"/>
        <pc:sldMkLst>
          <pc:docMk/>
          <pc:sldMk cId="389227841" sldId="268"/>
        </pc:sldMkLst>
        <pc:spChg chg="mod ord">
          <ac:chgData name="muhammad haseeb" userId="90bb67323b7159e6" providerId="LiveId" clId="{FE2A28C2-0312-46BD-A00C-698BA287CBA6}" dt="2026-01-03T11:27:17.087" v="1081" actId="403"/>
          <ac:spMkLst>
            <pc:docMk/>
            <pc:sldMk cId="389227841" sldId="268"/>
            <ac:spMk id="2" creationId="{4B3B34C6-42CE-8933-17A8-32511B9219D8}"/>
          </ac:spMkLst>
        </pc:spChg>
        <pc:spChg chg="mod ord">
          <ac:chgData name="muhammad haseeb" userId="90bb67323b7159e6" providerId="LiveId" clId="{FE2A28C2-0312-46BD-A00C-698BA287CBA6}" dt="2026-01-03T11:20:42.130" v="961" actId="113"/>
          <ac:spMkLst>
            <pc:docMk/>
            <pc:sldMk cId="389227841" sldId="268"/>
            <ac:spMk id="4" creationId="{9F749438-5F44-D57B-FB33-A76AF5E55AB6}"/>
          </ac:spMkLst>
        </pc:spChg>
        <pc:spChg chg="add del">
          <ac:chgData name="muhammad haseeb" userId="90bb67323b7159e6" providerId="LiveId" clId="{FE2A28C2-0312-46BD-A00C-698BA287CBA6}" dt="2026-01-03T11:06:48.863" v="830" actId="26606"/>
          <ac:spMkLst>
            <pc:docMk/>
            <pc:sldMk cId="389227841" sldId="268"/>
            <ac:spMk id="11" creationId="{04812C46-200A-4DEB-A05E-3ED6C68C2387}"/>
          </ac:spMkLst>
        </pc:spChg>
        <pc:spChg chg="add del">
          <ac:chgData name="muhammad haseeb" userId="90bb67323b7159e6" providerId="LiveId" clId="{FE2A28C2-0312-46BD-A00C-698BA287CBA6}" dt="2026-01-03T11:06:48.863" v="830" actId="26606"/>
          <ac:spMkLst>
            <pc:docMk/>
            <pc:sldMk cId="389227841" sldId="268"/>
            <ac:spMk id="13" creationId="{D1EA859B-E555-4109-94F3-6700E046E008}"/>
          </ac:spMkLst>
        </pc:spChg>
        <pc:spChg chg="add del">
          <ac:chgData name="muhammad haseeb" userId="90bb67323b7159e6" providerId="LiveId" clId="{FE2A28C2-0312-46BD-A00C-698BA287CBA6}" dt="2026-01-03T11:07:39.577" v="854" actId="26606"/>
          <ac:spMkLst>
            <pc:docMk/>
            <pc:sldMk cId="389227841" sldId="268"/>
            <ac:spMk id="15" creationId="{7B831B6F-405A-4B47-B9BB-5CA88F285844}"/>
          </ac:spMkLst>
        </pc:spChg>
        <pc:spChg chg="add del">
          <ac:chgData name="muhammad haseeb" userId="90bb67323b7159e6" providerId="LiveId" clId="{FE2A28C2-0312-46BD-A00C-698BA287CBA6}" dt="2026-01-03T11:07:39.577" v="854" actId="26606"/>
          <ac:spMkLst>
            <pc:docMk/>
            <pc:sldMk cId="389227841" sldId="268"/>
            <ac:spMk id="16" creationId="{953EE71A-6488-4203-A7C4-77102FD0DCCA}"/>
          </ac:spMkLst>
        </pc:spChg>
        <pc:spChg chg="add del">
          <ac:chgData name="muhammad haseeb" userId="90bb67323b7159e6" providerId="LiveId" clId="{FE2A28C2-0312-46BD-A00C-698BA287CBA6}" dt="2026-01-03T11:07:37.666" v="848" actId="26606"/>
          <ac:spMkLst>
            <pc:docMk/>
            <pc:sldMk cId="389227841" sldId="268"/>
            <ac:spMk id="21" creationId="{04812C46-200A-4DEB-A05E-3ED6C68C2387}"/>
          </ac:spMkLst>
        </pc:spChg>
        <pc:spChg chg="add del">
          <ac:chgData name="muhammad haseeb" userId="90bb67323b7159e6" providerId="LiveId" clId="{FE2A28C2-0312-46BD-A00C-698BA287CBA6}" dt="2026-01-03T11:07:37.666" v="848" actId="26606"/>
          <ac:spMkLst>
            <pc:docMk/>
            <pc:sldMk cId="389227841" sldId="268"/>
            <ac:spMk id="23" creationId="{D1EA859B-E555-4109-94F3-6700E046E008}"/>
          </ac:spMkLst>
        </pc:spChg>
        <pc:picChg chg="add mod ord">
          <ac:chgData name="muhammad haseeb" userId="90bb67323b7159e6" providerId="LiveId" clId="{FE2A28C2-0312-46BD-A00C-698BA287CBA6}" dt="2026-01-03T11:09:44.286" v="870" actId="1076"/>
          <ac:picMkLst>
            <pc:docMk/>
            <pc:sldMk cId="389227841" sldId="268"/>
            <ac:picMk id="6" creationId="{D3133A22-AB70-F833-E361-72696B7AE532}"/>
          </ac:picMkLst>
        </pc:picChg>
      </pc:sldChg>
      <pc:sldChg chg="addSp delSp modSp mod">
        <pc:chgData name="muhammad haseeb" userId="90bb67323b7159e6" providerId="LiveId" clId="{FE2A28C2-0312-46BD-A00C-698BA287CBA6}" dt="2026-01-03T10:46:53.582" v="536" actId="1076"/>
        <pc:sldMkLst>
          <pc:docMk/>
          <pc:sldMk cId="2145069383" sldId="269"/>
        </pc:sldMkLst>
        <pc:spChg chg="add del mod">
          <ac:chgData name="muhammad haseeb" userId="90bb67323b7159e6" providerId="LiveId" clId="{FE2A28C2-0312-46BD-A00C-698BA287CBA6}" dt="2026-01-03T10:46:31.071" v="527" actId="478"/>
          <ac:spMkLst>
            <pc:docMk/>
            <pc:sldMk cId="2145069383" sldId="269"/>
            <ac:spMk id="2" creationId="{B50134E0-F9AA-8AFC-2CBF-524F4841B347}"/>
          </ac:spMkLst>
        </pc:spChg>
        <pc:spChg chg="mod">
          <ac:chgData name="muhammad haseeb" userId="90bb67323b7159e6" providerId="LiveId" clId="{FE2A28C2-0312-46BD-A00C-698BA287CBA6}" dt="2026-01-03T10:46:43.575" v="535" actId="1076"/>
          <ac:spMkLst>
            <pc:docMk/>
            <pc:sldMk cId="2145069383" sldId="269"/>
            <ac:spMk id="3" creationId="{BD49FC0E-0F60-47E3-6B6A-34AF19572D4F}"/>
          </ac:spMkLst>
        </pc:spChg>
        <pc:spChg chg="add mod">
          <ac:chgData name="muhammad haseeb" userId="90bb67323b7159e6" providerId="LiveId" clId="{FE2A28C2-0312-46BD-A00C-698BA287CBA6}" dt="2026-01-03T10:46:53.582" v="536" actId="1076"/>
          <ac:spMkLst>
            <pc:docMk/>
            <pc:sldMk cId="2145069383" sldId="269"/>
            <ac:spMk id="4" creationId="{E061CE9D-01AA-B018-9710-F904BDF12354}"/>
          </ac:spMkLst>
        </pc:spChg>
      </pc:sldChg>
      <pc:sldChg chg="addSp delSp modSp mod">
        <pc:chgData name="muhammad haseeb" userId="90bb67323b7159e6" providerId="LiveId" clId="{FE2A28C2-0312-46BD-A00C-698BA287CBA6}" dt="2026-01-03T10:54:38.299" v="593" actId="1076"/>
        <pc:sldMkLst>
          <pc:docMk/>
          <pc:sldMk cId="1649578088" sldId="270"/>
        </pc:sldMkLst>
        <pc:spChg chg="mod">
          <ac:chgData name="muhammad haseeb" userId="90bb67323b7159e6" providerId="LiveId" clId="{FE2A28C2-0312-46BD-A00C-698BA287CBA6}" dt="2026-01-03T10:54:38.299" v="593" actId="1076"/>
          <ac:spMkLst>
            <pc:docMk/>
            <pc:sldMk cId="1649578088" sldId="270"/>
            <ac:spMk id="2" creationId="{5D2A5289-DF7F-2BCF-0EF2-108ABA3AB7A7}"/>
          </ac:spMkLst>
        </pc:spChg>
        <pc:spChg chg="mod">
          <ac:chgData name="muhammad haseeb" userId="90bb67323b7159e6" providerId="LiveId" clId="{FE2A28C2-0312-46BD-A00C-698BA287CBA6}" dt="2026-01-03T10:48:13.560" v="546" actId="1076"/>
          <ac:spMkLst>
            <pc:docMk/>
            <pc:sldMk cId="1649578088" sldId="270"/>
            <ac:spMk id="3" creationId="{3F378048-5DC3-28CA-C71A-958156549FBD}"/>
          </ac:spMkLst>
        </pc:spChg>
        <pc:spChg chg="add">
          <ac:chgData name="muhammad haseeb" userId="90bb67323b7159e6" providerId="LiveId" clId="{FE2A28C2-0312-46BD-A00C-698BA287CBA6}" dt="2026-01-03T10:49:03.897" v="547"/>
          <ac:spMkLst>
            <pc:docMk/>
            <pc:sldMk cId="1649578088" sldId="270"/>
            <ac:spMk id="4" creationId="{24CE186A-3E64-535E-3F7B-B99E962D95D6}"/>
          </ac:spMkLst>
        </pc:spChg>
        <pc:picChg chg="add mod">
          <ac:chgData name="muhammad haseeb" userId="90bb67323b7159e6" providerId="LiveId" clId="{FE2A28C2-0312-46BD-A00C-698BA287CBA6}" dt="2026-01-03T10:50:48.674" v="562" actId="14100"/>
          <ac:picMkLst>
            <pc:docMk/>
            <pc:sldMk cId="1649578088" sldId="270"/>
            <ac:picMk id="6" creationId="{E2670DD0-4E6A-D440-FA0A-79F1705FFDEC}"/>
          </ac:picMkLst>
        </pc:picChg>
        <pc:picChg chg="add del mod">
          <ac:chgData name="muhammad haseeb" userId="90bb67323b7159e6" providerId="LiveId" clId="{FE2A28C2-0312-46BD-A00C-698BA287CBA6}" dt="2026-01-03T10:51:08.536" v="564" actId="478"/>
          <ac:picMkLst>
            <pc:docMk/>
            <pc:sldMk cId="1649578088" sldId="270"/>
            <ac:picMk id="8" creationId="{2C0498AD-5B6E-A743-0D73-D4FF270685F8}"/>
          </ac:picMkLst>
        </pc:picChg>
        <pc:picChg chg="add mod">
          <ac:chgData name="muhammad haseeb" userId="90bb67323b7159e6" providerId="LiveId" clId="{FE2A28C2-0312-46BD-A00C-698BA287CBA6}" dt="2026-01-03T10:50:39.134" v="559" actId="1076"/>
          <ac:picMkLst>
            <pc:docMk/>
            <pc:sldMk cId="1649578088" sldId="270"/>
            <ac:picMk id="10" creationId="{433490C9-9B39-B2F7-EBCA-C81EFD8432FB}"/>
          </ac:picMkLst>
        </pc:picChg>
        <pc:picChg chg="add del mod">
          <ac:chgData name="muhammad haseeb" userId="90bb67323b7159e6" providerId="LiveId" clId="{FE2A28C2-0312-46BD-A00C-698BA287CBA6}" dt="2026-01-03T10:52:00.146" v="571" actId="478"/>
          <ac:picMkLst>
            <pc:docMk/>
            <pc:sldMk cId="1649578088" sldId="270"/>
            <ac:picMk id="12" creationId="{4BB49C78-81B4-683C-9002-3F27A12C94DF}"/>
          </ac:picMkLst>
        </pc:picChg>
        <pc:picChg chg="add mod">
          <ac:chgData name="muhammad haseeb" userId="90bb67323b7159e6" providerId="LiveId" clId="{FE2A28C2-0312-46BD-A00C-698BA287CBA6}" dt="2026-01-03T10:52:21.575" v="577" actId="1076"/>
          <ac:picMkLst>
            <pc:docMk/>
            <pc:sldMk cId="1649578088" sldId="270"/>
            <ac:picMk id="14" creationId="{E1C9EC5F-4CF7-6E00-082D-ADCAD500533F}"/>
          </ac:picMkLst>
        </pc:picChg>
      </pc:sldChg>
      <pc:sldChg chg="modSp del mod">
        <pc:chgData name="muhammad haseeb" userId="90bb67323b7159e6" providerId="LiveId" clId="{FE2A28C2-0312-46BD-A00C-698BA287CBA6}" dt="2026-01-03T11:21:29.540" v="963" actId="2696"/>
        <pc:sldMkLst>
          <pc:docMk/>
          <pc:sldMk cId="661505023" sldId="271"/>
        </pc:sldMkLst>
        <pc:spChg chg="mod">
          <ac:chgData name="muhammad haseeb" userId="90bb67323b7159e6" providerId="LiveId" clId="{FE2A28C2-0312-46BD-A00C-698BA287CBA6}" dt="2026-01-03T11:19:41.272" v="952" actId="20577"/>
          <ac:spMkLst>
            <pc:docMk/>
            <pc:sldMk cId="661505023" sldId="271"/>
            <ac:spMk id="4" creationId="{9018CC54-E303-9179-7B30-3F3AAB62A4DA}"/>
          </ac:spMkLst>
        </pc:spChg>
        <pc:spChg chg="mod">
          <ac:chgData name="muhammad haseeb" userId="90bb67323b7159e6" providerId="LiveId" clId="{FE2A28C2-0312-46BD-A00C-698BA287CBA6}" dt="2026-01-03T11:15:58.478" v="913" actId="20577"/>
          <ac:spMkLst>
            <pc:docMk/>
            <pc:sldMk cId="661505023" sldId="271"/>
            <ac:spMk id="6" creationId="{35FF5B95-FE36-F2F5-BBCD-0C10E6BEC25B}"/>
          </ac:spMkLst>
        </pc:spChg>
      </pc:sldChg>
      <pc:sldChg chg="modSp del mod">
        <pc:chgData name="muhammad haseeb" userId="90bb67323b7159e6" providerId="LiveId" clId="{FE2A28C2-0312-46BD-A00C-698BA287CBA6}" dt="2026-01-03T11:21:33.854" v="964" actId="2696"/>
        <pc:sldMkLst>
          <pc:docMk/>
          <pc:sldMk cId="2657751252" sldId="272"/>
        </pc:sldMkLst>
        <pc:spChg chg="mod">
          <ac:chgData name="muhammad haseeb" userId="90bb67323b7159e6" providerId="LiveId" clId="{FE2A28C2-0312-46BD-A00C-698BA287CBA6}" dt="2026-01-03T11:14:53.014" v="880" actId="20577"/>
          <ac:spMkLst>
            <pc:docMk/>
            <pc:sldMk cId="2657751252" sldId="272"/>
            <ac:spMk id="2" creationId="{CEA29A98-C772-F670-5CC1-07337E20EDC3}"/>
          </ac:spMkLst>
        </pc:spChg>
      </pc:sldChg>
      <pc:sldChg chg="modSp del mod">
        <pc:chgData name="muhammad haseeb" userId="90bb67323b7159e6" providerId="LiveId" clId="{FE2A28C2-0312-46BD-A00C-698BA287CBA6}" dt="2026-01-03T11:21:36.603" v="965" actId="2696"/>
        <pc:sldMkLst>
          <pc:docMk/>
          <pc:sldMk cId="1246102828" sldId="273"/>
        </pc:sldMkLst>
        <pc:spChg chg="mod">
          <ac:chgData name="muhammad haseeb" userId="90bb67323b7159e6" providerId="LiveId" clId="{FE2A28C2-0312-46BD-A00C-698BA287CBA6}" dt="2026-01-03T11:19:14.735" v="922" actId="20577"/>
          <ac:spMkLst>
            <pc:docMk/>
            <pc:sldMk cId="1246102828" sldId="273"/>
            <ac:spMk id="2" creationId="{9381486E-3985-FE8F-B19F-169049C46881}"/>
          </ac:spMkLst>
        </pc:spChg>
      </pc:sldChg>
      <pc:sldChg chg="addSp delSp modSp mod">
        <pc:chgData name="muhammad haseeb" userId="90bb67323b7159e6" providerId="LiveId" clId="{FE2A28C2-0312-46BD-A00C-698BA287CBA6}" dt="2026-01-03T14:05:34.827" v="1954" actId="2711"/>
        <pc:sldMkLst>
          <pc:docMk/>
          <pc:sldMk cId="594551195" sldId="274"/>
        </pc:sldMkLst>
        <pc:spChg chg="add del mod">
          <ac:chgData name="muhammad haseeb" userId="90bb67323b7159e6" providerId="LiveId" clId="{FE2A28C2-0312-46BD-A00C-698BA287CBA6}" dt="2026-01-03T11:23:22.336" v="1055"/>
          <ac:spMkLst>
            <pc:docMk/>
            <pc:sldMk cId="594551195" sldId="274"/>
            <ac:spMk id="2" creationId="{9F099432-F86E-BCFE-8157-1FAA40B82444}"/>
          </ac:spMkLst>
        </pc:spChg>
        <pc:spChg chg="mod">
          <ac:chgData name="muhammad haseeb" userId="90bb67323b7159e6" providerId="LiveId" clId="{FE2A28C2-0312-46BD-A00C-698BA287CBA6}" dt="2026-01-03T14:05:34.827" v="1954" actId="2711"/>
          <ac:spMkLst>
            <pc:docMk/>
            <pc:sldMk cId="594551195" sldId="274"/>
            <ac:spMk id="4" creationId="{8C6A397C-0A1E-798E-40FB-2B8F4EA82C39}"/>
          </ac:spMkLst>
        </pc:spChg>
        <pc:spChg chg="add mod">
          <ac:chgData name="muhammad haseeb" userId="90bb67323b7159e6" providerId="LiveId" clId="{FE2A28C2-0312-46BD-A00C-698BA287CBA6}" dt="2026-01-03T11:22:03.986" v="967"/>
          <ac:spMkLst>
            <pc:docMk/>
            <pc:sldMk cId="594551195" sldId="274"/>
            <ac:spMk id="5" creationId="{184F5645-5D2D-A5D5-982D-0C0584074A8C}"/>
          </ac:spMkLst>
        </pc:spChg>
        <pc:spChg chg="add mod">
          <ac:chgData name="muhammad haseeb" userId="90bb67323b7159e6" providerId="LiveId" clId="{FE2A28C2-0312-46BD-A00C-698BA287CBA6}" dt="2026-01-03T11:23:00.411" v="1050" actId="14100"/>
          <ac:spMkLst>
            <pc:docMk/>
            <pc:sldMk cId="594551195" sldId="274"/>
            <ac:spMk id="6" creationId="{00259D46-3259-290A-667E-343FA49EE77D}"/>
          </ac:spMkLst>
        </pc:spChg>
        <pc:picChg chg="add del mod">
          <ac:chgData name="muhammad haseeb" userId="90bb67323b7159e6" providerId="LiveId" clId="{FE2A28C2-0312-46BD-A00C-698BA287CBA6}" dt="2026-01-03T11:25:45.301" v="1067" actId="478"/>
          <ac:picMkLst>
            <pc:docMk/>
            <pc:sldMk cId="594551195" sldId="274"/>
            <ac:picMk id="8" creationId="{43CA5BE4-2EBD-23BE-520A-4B51BA15BC0C}"/>
          </ac:picMkLst>
        </pc:picChg>
        <pc:picChg chg="add mod">
          <ac:chgData name="muhammad haseeb" userId="90bb67323b7159e6" providerId="LiveId" clId="{FE2A28C2-0312-46BD-A00C-698BA287CBA6}" dt="2026-01-03T11:30:08.859" v="1179" actId="1076"/>
          <ac:picMkLst>
            <pc:docMk/>
            <pc:sldMk cId="594551195" sldId="274"/>
            <ac:picMk id="10" creationId="{E5F7C09F-A422-DAAD-2066-0F5350A97FF4}"/>
          </ac:picMkLst>
        </pc:picChg>
      </pc:sldChg>
      <pc:sldChg chg="del">
        <pc:chgData name="muhammad haseeb" userId="90bb67323b7159e6" providerId="LiveId" clId="{FE2A28C2-0312-46BD-A00C-698BA287CBA6}" dt="2026-01-03T11:20:59.817" v="962" actId="2696"/>
        <pc:sldMkLst>
          <pc:docMk/>
          <pc:sldMk cId="3828421237" sldId="275"/>
        </pc:sldMkLst>
      </pc:sldChg>
      <pc:sldChg chg="addSp delSp modSp mod">
        <pc:chgData name="muhammad haseeb" userId="90bb67323b7159e6" providerId="LiveId" clId="{FE2A28C2-0312-46BD-A00C-698BA287CBA6}" dt="2026-01-03T11:29:27.847" v="1151" actId="404"/>
        <pc:sldMkLst>
          <pc:docMk/>
          <pc:sldMk cId="3077557162" sldId="278"/>
        </pc:sldMkLst>
        <pc:spChg chg="del">
          <ac:chgData name="muhammad haseeb" userId="90bb67323b7159e6" providerId="LiveId" clId="{FE2A28C2-0312-46BD-A00C-698BA287CBA6}" dt="2026-01-03T11:27:24.584" v="1082" actId="478"/>
          <ac:spMkLst>
            <pc:docMk/>
            <pc:sldMk cId="3077557162" sldId="278"/>
            <ac:spMk id="2" creationId="{89BE28ED-935B-349E-1752-867EFA6A3454}"/>
          </ac:spMkLst>
        </pc:spChg>
        <pc:spChg chg="mod">
          <ac:chgData name="muhammad haseeb" userId="90bb67323b7159e6" providerId="LiveId" clId="{FE2A28C2-0312-46BD-A00C-698BA287CBA6}" dt="2026-01-03T11:29:27.847" v="1151" actId="404"/>
          <ac:spMkLst>
            <pc:docMk/>
            <pc:sldMk cId="3077557162" sldId="278"/>
            <ac:spMk id="3" creationId="{C21DC8E0-D982-A1B8-389B-7800975816C0}"/>
          </ac:spMkLst>
        </pc:spChg>
        <pc:spChg chg="add mod">
          <ac:chgData name="muhammad haseeb" userId="90bb67323b7159e6" providerId="LiveId" clId="{FE2A28C2-0312-46BD-A00C-698BA287CBA6}" dt="2026-01-03T11:27:35.720" v="1119" actId="20577"/>
          <ac:spMkLst>
            <pc:docMk/>
            <pc:sldMk cId="3077557162" sldId="278"/>
            <ac:spMk id="6" creationId="{379C43E0-E2A3-260F-C19A-FECBED5B505D}"/>
          </ac:spMkLst>
        </pc:spChg>
      </pc:sldChg>
      <pc:sldChg chg="addSp delSp modSp mod">
        <pc:chgData name="muhammad haseeb" userId="90bb67323b7159e6" providerId="LiveId" clId="{FE2A28C2-0312-46BD-A00C-698BA287CBA6}" dt="2026-01-03T14:11:04.573" v="1988" actId="2710"/>
        <pc:sldMkLst>
          <pc:docMk/>
          <pc:sldMk cId="2698984351" sldId="279"/>
        </pc:sldMkLst>
        <pc:spChg chg="del">
          <ac:chgData name="muhammad haseeb" userId="90bb67323b7159e6" providerId="LiveId" clId="{FE2A28C2-0312-46BD-A00C-698BA287CBA6}" dt="2026-01-03T11:29:34.245" v="1152" actId="478"/>
          <ac:spMkLst>
            <pc:docMk/>
            <pc:sldMk cId="2698984351" sldId="279"/>
            <ac:spMk id="2" creationId="{AF70F41D-4E4A-43F9-EE5F-ADFE9C087DF4}"/>
          </ac:spMkLst>
        </pc:spChg>
        <pc:spChg chg="mod">
          <ac:chgData name="muhammad haseeb" userId="90bb67323b7159e6" providerId="LiveId" clId="{FE2A28C2-0312-46BD-A00C-698BA287CBA6}" dt="2026-01-03T14:11:04.573" v="1988" actId="2710"/>
          <ac:spMkLst>
            <pc:docMk/>
            <pc:sldMk cId="2698984351" sldId="279"/>
            <ac:spMk id="3" creationId="{27785A69-7456-374D-1B30-0098FA3E9175}"/>
          </ac:spMkLst>
        </pc:spChg>
        <pc:spChg chg="add mod">
          <ac:chgData name="muhammad haseeb" userId="90bb67323b7159e6" providerId="LiveId" clId="{FE2A28C2-0312-46BD-A00C-698BA287CBA6}" dt="2026-01-03T11:29:47.720" v="1175" actId="20577"/>
          <ac:spMkLst>
            <pc:docMk/>
            <pc:sldMk cId="2698984351" sldId="279"/>
            <ac:spMk id="4" creationId="{A71BCC19-0413-4AC4-8A22-2CD356E650BF}"/>
          </ac:spMkLst>
        </pc:spChg>
      </pc:sldChg>
      <pc:sldChg chg="addSp modSp new mod">
        <pc:chgData name="muhammad haseeb" userId="90bb67323b7159e6" providerId="LiveId" clId="{FE2A28C2-0312-46BD-A00C-698BA287CBA6}" dt="2026-01-03T13:52:37.806" v="1715" actId="20577"/>
        <pc:sldMkLst>
          <pc:docMk/>
          <pc:sldMk cId="2756124168" sldId="280"/>
        </pc:sldMkLst>
        <pc:spChg chg="add mod">
          <ac:chgData name="muhammad haseeb" userId="90bb67323b7159e6" providerId="LiveId" clId="{FE2A28C2-0312-46BD-A00C-698BA287CBA6}" dt="2026-01-03T13:52:37.806" v="1715" actId="20577"/>
          <ac:spMkLst>
            <pc:docMk/>
            <pc:sldMk cId="2756124168" sldId="280"/>
            <ac:spMk id="2" creationId="{2E7B0968-E221-944A-D211-F1EC3EE48BE0}"/>
          </ac:spMkLst>
        </pc:spChg>
        <pc:spChg chg="add mod">
          <ac:chgData name="muhammad haseeb" userId="90bb67323b7159e6" providerId="LiveId" clId="{FE2A28C2-0312-46BD-A00C-698BA287CBA6}" dt="2026-01-03T13:42:17.750" v="1620" actId="20577"/>
          <ac:spMkLst>
            <pc:docMk/>
            <pc:sldMk cId="2756124168" sldId="280"/>
            <ac:spMk id="3" creationId="{449CC5E0-E81D-E281-F304-D8FD17FD972F}"/>
          </ac:spMkLst>
        </pc:spChg>
        <pc:picChg chg="add mod">
          <ac:chgData name="muhammad haseeb" userId="90bb67323b7159e6" providerId="LiveId" clId="{FE2A28C2-0312-46BD-A00C-698BA287CBA6}" dt="2026-01-03T13:34:21.257" v="1572" actId="14100"/>
          <ac:picMkLst>
            <pc:docMk/>
            <pc:sldMk cId="2756124168" sldId="280"/>
            <ac:picMk id="5" creationId="{B0E923BE-757E-95DA-293B-3F0B3BCFB0DE}"/>
          </ac:picMkLst>
        </pc:picChg>
      </pc:sldChg>
      <pc:sldChg chg="addSp delSp modSp new mod ord">
        <pc:chgData name="muhammad haseeb" userId="90bb67323b7159e6" providerId="LiveId" clId="{FE2A28C2-0312-46BD-A00C-698BA287CBA6}" dt="2026-01-03T13:51:35.196" v="1699" actId="2711"/>
        <pc:sldMkLst>
          <pc:docMk/>
          <pc:sldMk cId="3037541059" sldId="281"/>
        </pc:sldMkLst>
        <pc:spChg chg="add del mod">
          <ac:chgData name="muhammad haseeb" userId="90bb67323b7159e6" providerId="LiveId" clId="{FE2A28C2-0312-46BD-A00C-698BA287CBA6}" dt="2026-01-03T13:40:20.291" v="1590"/>
          <ac:spMkLst>
            <pc:docMk/>
            <pc:sldMk cId="3037541059" sldId="281"/>
            <ac:spMk id="2" creationId="{2F3AD00F-2B9C-34C7-4F2F-B462C97E52D9}"/>
          </ac:spMkLst>
        </pc:spChg>
        <pc:spChg chg="add mod">
          <ac:chgData name="muhammad haseeb" userId="90bb67323b7159e6" providerId="LiveId" clId="{FE2A28C2-0312-46BD-A00C-698BA287CBA6}" dt="2026-01-03T13:42:48.786" v="1655" actId="20577"/>
          <ac:spMkLst>
            <pc:docMk/>
            <pc:sldMk cId="3037541059" sldId="281"/>
            <ac:spMk id="3" creationId="{6F45AC64-F804-B4BD-5986-2A5F3121C5D4}"/>
          </ac:spMkLst>
        </pc:spChg>
        <pc:spChg chg="add mod">
          <ac:chgData name="muhammad haseeb" userId="90bb67323b7159e6" providerId="LiveId" clId="{FE2A28C2-0312-46BD-A00C-698BA287CBA6}" dt="2026-01-03T13:51:35.196" v="1699" actId="2711"/>
          <ac:spMkLst>
            <pc:docMk/>
            <pc:sldMk cId="3037541059" sldId="281"/>
            <ac:spMk id="4" creationId="{4751A1C8-D15A-E2ED-F443-13E2E3C4F396}"/>
          </ac:spMkLst>
        </pc:spChg>
        <pc:picChg chg="add mod">
          <ac:chgData name="muhammad haseeb" userId="90bb67323b7159e6" providerId="LiveId" clId="{FE2A28C2-0312-46BD-A00C-698BA287CBA6}" dt="2026-01-03T13:46:08.478" v="1669" actId="1036"/>
          <ac:picMkLst>
            <pc:docMk/>
            <pc:sldMk cId="3037541059" sldId="281"/>
            <ac:picMk id="6" creationId="{8166089F-5C02-2CB2-BDEA-CD5117640200}"/>
          </ac:picMkLst>
        </pc:picChg>
      </pc:sldChg>
      <pc:sldChg chg="addSp modSp add mod ord">
        <pc:chgData name="muhammad haseeb" userId="90bb67323b7159e6" providerId="LiveId" clId="{FE2A28C2-0312-46BD-A00C-698BA287CBA6}" dt="2026-01-03T13:54:16.478" v="1727" actId="14100"/>
        <pc:sldMkLst>
          <pc:docMk/>
          <pc:sldMk cId="555143623" sldId="282"/>
        </pc:sldMkLst>
        <pc:spChg chg="add mod">
          <ac:chgData name="muhammad haseeb" userId="90bb67323b7159e6" providerId="LiveId" clId="{FE2A28C2-0312-46BD-A00C-698BA287CBA6}" dt="2026-01-03T13:47:23.615" v="1692" actId="14100"/>
          <ac:spMkLst>
            <pc:docMk/>
            <pc:sldMk cId="555143623" sldId="282"/>
            <ac:spMk id="2" creationId="{DB33A583-56BA-9FA1-01B2-F54EECF56CEA}"/>
          </ac:spMkLst>
        </pc:spChg>
        <pc:spChg chg="add mod">
          <ac:chgData name="muhammad haseeb" userId="90bb67323b7159e6" providerId="LiveId" clId="{FE2A28C2-0312-46BD-A00C-698BA287CBA6}" dt="2026-01-03T13:52:47.972" v="1716" actId="14100"/>
          <ac:spMkLst>
            <pc:docMk/>
            <pc:sldMk cId="555143623" sldId="282"/>
            <ac:spMk id="3" creationId="{3070E76C-30B9-5AE1-AB81-6D62FFD6070F}"/>
          </ac:spMkLst>
        </pc:spChg>
        <pc:picChg chg="add mod">
          <ac:chgData name="muhammad haseeb" userId="90bb67323b7159e6" providerId="LiveId" clId="{FE2A28C2-0312-46BD-A00C-698BA287CBA6}" dt="2026-01-03T13:54:16.478" v="1727" actId="14100"/>
          <ac:picMkLst>
            <pc:docMk/>
            <pc:sldMk cId="555143623" sldId="282"/>
            <ac:picMk id="5" creationId="{E5C66A66-CE2E-5B0A-9792-13E9D84B8848}"/>
          </ac:picMkLst>
        </pc:picChg>
      </pc:sldChg>
      <pc:sldChg chg="addSp delSp modSp add mod">
        <pc:chgData name="muhammad haseeb" userId="90bb67323b7159e6" providerId="LiveId" clId="{FE2A28C2-0312-46BD-A00C-698BA287CBA6}" dt="2026-01-03T14:10:36.637" v="1987" actId="2711"/>
        <pc:sldMkLst>
          <pc:docMk/>
          <pc:sldMk cId="3625852705" sldId="283"/>
        </pc:sldMkLst>
        <pc:spChg chg="mod">
          <ac:chgData name="muhammad haseeb" userId="90bb67323b7159e6" providerId="LiveId" clId="{FE2A28C2-0312-46BD-A00C-698BA287CBA6}" dt="2026-01-03T13:56:22.131" v="1810" actId="20577"/>
          <ac:spMkLst>
            <pc:docMk/>
            <pc:sldMk cId="3625852705" sldId="283"/>
            <ac:spMk id="2" creationId="{B9FA0DE6-5CF4-3088-F1F7-74ED6EA2FFF5}"/>
          </ac:spMkLst>
        </pc:spChg>
        <pc:spChg chg="del">
          <ac:chgData name="muhammad haseeb" userId="90bb67323b7159e6" providerId="LiveId" clId="{FE2A28C2-0312-46BD-A00C-698BA287CBA6}" dt="2026-01-03T13:56:33.035" v="1812" actId="478"/>
          <ac:spMkLst>
            <pc:docMk/>
            <pc:sldMk cId="3625852705" sldId="283"/>
            <ac:spMk id="3" creationId="{4B4059E2-BFD1-526B-8F76-499430D105D6}"/>
          </ac:spMkLst>
        </pc:spChg>
        <pc:spChg chg="add del">
          <ac:chgData name="muhammad haseeb" userId="90bb67323b7159e6" providerId="LiveId" clId="{FE2A28C2-0312-46BD-A00C-698BA287CBA6}" dt="2026-01-03T13:56:33.035" v="1812" actId="478"/>
          <ac:spMkLst>
            <pc:docMk/>
            <pc:sldMk cId="3625852705" sldId="283"/>
            <ac:spMk id="4" creationId="{C455F601-73A4-373D-BB36-C34D753EEB4D}"/>
          </ac:spMkLst>
        </pc:spChg>
        <pc:spChg chg="add mod">
          <ac:chgData name="muhammad haseeb" userId="90bb67323b7159e6" providerId="LiveId" clId="{FE2A28C2-0312-46BD-A00C-698BA287CBA6}" dt="2026-01-03T14:10:36.637" v="1987" actId="2711"/>
          <ac:spMkLst>
            <pc:docMk/>
            <pc:sldMk cId="3625852705" sldId="283"/>
            <ac:spMk id="6" creationId="{5C1AF09C-E840-AD6C-4FBF-A6599BE072EF}"/>
          </ac:spMkLst>
        </pc:spChg>
        <pc:picChg chg="del">
          <ac:chgData name="muhammad haseeb" userId="90bb67323b7159e6" providerId="LiveId" clId="{FE2A28C2-0312-46BD-A00C-698BA287CBA6}" dt="2026-01-03T13:57:07.003" v="1822" actId="478"/>
          <ac:picMkLst>
            <pc:docMk/>
            <pc:sldMk cId="3625852705" sldId="283"/>
            <ac:picMk id="5" creationId="{E530B171-95CF-2658-5B91-7CF6D44EB1D5}"/>
          </ac:picMkLst>
        </pc:picChg>
        <pc:picChg chg="add mod">
          <ac:chgData name="muhammad haseeb" userId="90bb67323b7159e6" providerId="LiveId" clId="{FE2A28C2-0312-46BD-A00C-698BA287CBA6}" dt="2026-01-03T13:58:36.239" v="1832" actId="1076"/>
          <ac:picMkLst>
            <pc:docMk/>
            <pc:sldMk cId="3625852705" sldId="283"/>
            <ac:picMk id="8" creationId="{DC8E7AE1-6F76-82B8-0368-593D3B02E534}"/>
          </ac:picMkLst>
        </pc:picChg>
      </pc:sldChg>
      <pc:sldChg chg="addSp delSp modSp add mod">
        <pc:chgData name="muhammad haseeb" userId="90bb67323b7159e6" providerId="LiveId" clId="{FE2A28C2-0312-46BD-A00C-698BA287CBA6}" dt="2026-01-03T14:00:03.622" v="1866" actId="14100"/>
        <pc:sldMkLst>
          <pc:docMk/>
          <pc:sldMk cId="2289213307" sldId="284"/>
        </pc:sldMkLst>
        <pc:spChg chg="mod">
          <ac:chgData name="muhammad haseeb" userId="90bb67323b7159e6" providerId="LiveId" clId="{FE2A28C2-0312-46BD-A00C-698BA287CBA6}" dt="2026-01-03T13:58:47.995" v="1845" actId="20577"/>
          <ac:spMkLst>
            <pc:docMk/>
            <pc:sldMk cId="2289213307" sldId="284"/>
            <ac:spMk id="2" creationId="{7D31D877-A43D-5C92-49FA-D4B7519CDF3F}"/>
          </ac:spMkLst>
        </pc:spChg>
        <pc:spChg chg="add del">
          <ac:chgData name="muhammad haseeb" userId="90bb67323b7159e6" providerId="LiveId" clId="{FE2A28C2-0312-46BD-A00C-698BA287CBA6}" dt="2026-01-03T13:59:10.287" v="1853" actId="478"/>
          <ac:spMkLst>
            <pc:docMk/>
            <pc:sldMk cId="2289213307" sldId="284"/>
            <ac:spMk id="3" creationId="{20C641D1-7208-C375-511E-A3DA458E1C22}"/>
          </ac:spMkLst>
        </pc:spChg>
        <pc:spChg chg="add mod">
          <ac:chgData name="muhammad haseeb" userId="90bb67323b7159e6" providerId="LiveId" clId="{FE2A28C2-0312-46BD-A00C-698BA287CBA6}" dt="2026-01-03T13:59:09.303" v="1852" actId="14100"/>
          <ac:spMkLst>
            <pc:docMk/>
            <pc:sldMk cId="2289213307" sldId="284"/>
            <ac:spMk id="4" creationId="{E81F6108-B1E1-0912-75D7-6F9BE53D5E21}"/>
          </ac:spMkLst>
        </pc:spChg>
        <pc:spChg chg="add del">
          <ac:chgData name="muhammad haseeb" userId="90bb67323b7159e6" providerId="LiveId" clId="{FE2A28C2-0312-46BD-A00C-698BA287CBA6}" dt="2026-01-03T13:59:16.897" v="1856" actId="478"/>
          <ac:spMkLst>
            <pc:docMk/>
            <pc:sldMk cId="2289213307" sldId="284"/>
            <ac:spMk id="5" creationId="{E804B552-70A3-D3B6-1D73-731FACADEB05}"/>
          </ac:spMkLst>
        </pc:spChg>
        <pc:spChg chg="add del mod">
          <ac:chgData name="muhammad haseeb" userId="90bb67323b7159e6" providerId="LiveId" clId="{FE2A28C2-0312-46BD-A00C-698BA287CBA6}" dt="2026-01-03T13:59:16.897" v="1856" actId="478"/>
          <ac:spMkLst>
            <pc:docMk/>
            <pc:sldMk cId="2289213307" sldId="284"/>
            <ac:spMk id="6" creationId="{0F79F414-0FB8-7CB9-FB30-161A953254D8}"/>
          </ac:spMkLst>
        </pc:spChg>
        <pc:spChg chg="add mod">
          <ac:chgData name="muhammad haseeb" userId="90bb67323b7159e6" providerId="LiveId" clId="{FE2A28C2-0312-46BD-A00C-698BA287CBA6}" dt="2026-01-03T14:00:03.622" v="1866" actId="14100"/>
          <ac:spMkLst>
            <pc:docMk/>
            <pc:sldMk cId="2289213307" sldId="284"/>
            <ac:spMk id="7" creationId="{B7464B5E-9695-0337-AB8E-19161B755629}"/>
          </ac:spMkLst>
        </pc:spChg>
      </pc:sldChg>
      <pc:sldChg chg="addSp delSp modSp add mod">
        <pc:chgData name="muhammad haseeb" userId="90bb67323b7159e6" providerId="LiveId" clId="{FE2A28C2-0312-46BD-A00C-698BA287CBA6}" dt="2026-01-03T14:05:16.555" v="1953" actId="1076"/>
        <pc:sldMkLst>
          <pc:docMk/>
          <pc:sldMk cId="1850749908" sldId="285"/>
        </pc:sldMkLst>
        <pc:spChg chg="add del">
          <ac:chgData name="muhammad haseeb" userId="90bb67323b7159e6" providerId="LiveId" clId="{FE2A28C2-0312-46BD-A00C-698BA287CBA6}" dt="2026-01-03T14:04:10.697" v="1935" actId="478"/>
          <ac:spMkLst>
            <pc:docMk/>
            <pc:sldMk cId="1850749908" sldId="285"/>
            <ac:spMk id="2" creationId="{CE5A1C0C-0992-D84D-DF27-034AE49B43CE}"/>
          </ac:spMkLst>
        </pc:spChg>
        <pc:spChg chg="add mod">
          <ac:chgData name="muhammad haseeb" userId="90bb67323b7159e6" providerId="LiveId" clId="{FE2A28C2-0312-46BD-A00C-698BA287CBA6}" dt="2026-01-03T14:05:16.555" v="1953" actId="1076"/>
          <ac:spMkLst>
            <pc:docMk/>
            <pc:sldMk cId="1850749908" sldId="285"/>
            <ac:spMk id="3" creationId="{84D299AA-7DF9-1E72-85D1-3ECD1507923E}"/>
          </ac:spMkLst>
        </pc:spChg>
        <pc:spChg chg="del mod">
          <ac:chgData name="muhammad haseeb" userId="90bb67323b7159e6" providerId="LiveId" clId="{FE2A28C2-0312-46BD-A00C-698BA287CBA6}" dt="2026-01-03T14:04:10.697" v="1935" actId="478"/>
          <ac:spMkLst>
            <pc:docMk/>
            <pc:sldMk cId="1850749908" sldId="285"/>
            <ac:spMk id="4" creationId="{BB6653BA-2F63-CFE0-19FE-7C9C8D2E1017}"/>
          </ac:spMkLst>
        </pc:spChg>
        <pc:spChg chg="mod">
          <ac:chgData name="muhammad haseeb" userId="90bb67323b7159e6" providerId="LiveId" clId="{FE2A28C2-0312-46BD-A00C-698BA287CBA6}" dt="2026-01-03T14:01:03.172" v="1916" actId="20577"/>
          <ac:spMkLst>
            <pc:docMk/>
            <pc:sldMk cId="1850749908" sldId="285"/>
            <ac:spMk id="6" creationId="{A79A76E1-7064-3704-2A73-0D1698B79680}"/>
          </ac:spMkLst>
        </pc:spChg>
        <pc:picChg chg="add mod">
          <ac:chgData name="muhammad haseeb" userId="90bb67323b7159e6" providerId="LiveId" clId="{FE2A28C2-0312-46BD-A00C-698BA287CBA6}" dt="2026-01-03T14:05:00.579" v="1949" actId="14100"/>
          <ac:picMkLst>
            <pc:docMk/>
            <pc:sldMk cId="1850749908" sldId="285"/>
            <ac:picMk id="7" creationId="{3705F651-B0E6-6173-3BF6-96BA91C81B52}"/>
          </ac:picMkLst>
        </pc:picChg>
        <pc:picChg chg="del mod">
          <ac:chgData name="muhammad haseeb" userId="90bb67323b7159e6" providerId="LiveId" clId="{FE2A28C2-0312-46BD-A00C-698BA287CBA6}" dt="2026-01-03T14:04:37.015" v="1943" actId="478"/>
          <ac:picMkLst>
            <pc:docMk/>
            <pc:sldMk cId="1850749908" sldId="285"/>
            <ac:picMk id="10" creationId="{F87ABDD0-982F-8D76-4868-8C9D776C8DC7}"/>
          </ac:picMkLst>
        </pc:picChg>
      </pc:sldChg>
      <pc:sldChg chg="addSp delSp modSp add mod">
        <pc:chgData name="muhammad haseeb" userId="90bb67323b7159e6" providerId="LiveId" clId="{FE2A28C2-0312-46BD-A00C-698BA287CBA6}" dt="2026-01-03T14:10:03.406" v="1986" actId="1076"/>
        <pc:sldMkLst>
          <pc:docMk/>
          <pc:sldMk cId="400540681" sldId="286"/>
        </pc:sldMkLst>
        <pc:spChg chg="add mod">
          <ac:chgData name="muhammad haseeb" userId="90bb67323b7159e6" providerId="LiveId" clId="{FE2A28C2-0312-46BD-A00C-698BA287CBA6}" dt="2026-01-03T14:08:52.277" v="1977" actId="14100"/>
          <ac:spMkLst>
            <pc:docMk/>
            <pc:sldMk cId="400540681" sldId="286"/>
            <ac:spMk id="2" creationId="{1530798B-AE0E-BA5C-834C-940559F35C52}"/>
          </ac:spMkLst>
        </pc:spChg>
        <pc:spChg chg="del">
          <ac:chgData name="muhammad haseeb" userId="90bb67323b7159e6" providerId="LiveId" clId="{FE2A28C2-0312-46BD-A00C-698BA287CBA6}" dt="2026-01-03T14:08:17.067" v="1969" actId="478"/>
          <ac:spMkLst>
            <pc:docMk/>
            <pc:sldMk cId="400540681" sldId="286"/>
            <ac:spMk id="3" creationId="{47416CD1-26BE-FB40-2468-DB0DD748CC64}"/>
          </ac:spMkLst>
        </pc:spChg>
        <pc:spChg chg="mod">
          <ac:chgData name="muhammad haseeb" userId="90bb67323b7159e6" providerId="LiveId" clId="{FE2A28C2-0312-46BD-A00C-698BA287CBA6}" dt="2026-01-03T14:05:58.637" v="1967" actId="20577"/>
          <ac:spMkLst>
            <pc:docMk/>
            <pc:sldMk cId="400540681" sldId="286"/>
            <ac:spMk id="6" creationId="{B02B58B8-BF31-A169-44F6-690669A5C7B9}"/>
          </ac:spMkLst>
        </pc:spChg>
        <pc:picChg chg="add mod">
          <ac:chgData name="muhammad haseeb" userId="90bb67323b7159e6" providerId="LiveId" clId="{FE2A28C2-0312-46BD-A00C-698BA287CBA6}" dt="2026-01-03T14:10:03.406" v="1986" actId="1076"/>
          <ac:picMkLst>
            <pc:docMk/>
            <pc:sldMk cId="400540681" sldId="286"/>
            <ac:picMk id="5" creationId="{64E8F991-D28B-97A7-3DAC-93C2F174B620}"/>
          </ac:picMkLst>
        </pc:picChg>
        <pc:picChg chg="del">
          <ac:chgData name="muhammad haseeb" userId="90bb67323b7159e6" providerId="LiveId" clId="{FE2A28C2-0312-46BD-A00C-698BA287CBA6}" dt="2026-01-03T14:08:54.562" v="1978" actId="478"/>
          <ac:picMkLst>
            <pc:docMk/>
            <pc:sldMk cId="400540681" sldId="286"/>
            <ac:picMk id="7" creationId="{D12A677B-2DD8-CB74-9DEB-E87E91298C7A}"/>
          </ac:picMkLst>
        </pc:picChg>
      </pc:sldChg>
      <pc:sldChg chg="delSp modSp add mod">
        <pc:chgData name="muhammad haseeb" userId="90bb67323b7159e6" providerId="LiveId" clId="{FE2A28C2-0312-46BD-A00C-698BA287CBA6}" dt="2026-01-03T14:11:58.492" v="2026" actId="14100"/>
        <pc:sldMkLst>
          <pc:docMk/>
          <pc:sldMk cId="2445675851" sldId="287"/>
        </pc:sldMkLst>
        <pc:spChg chg="del">
          <ac:chgData name="muhammad haseeb" userId="90bb67323b7159e6" providerId="LiveId" clId="{FE2A28C2-0312-46BD-A00C-698BA287CBA6}" dt="2026-01-03T14:11:24.310" v="1990" actId="478"/>
          <ac:spMkLst>
            <pc:docMk/>
            <pc:sldMk cId="2445675851" sldId="287"/>
            <ac:spMk id="3" creationId="{BE160032-0272-DE77-D2FB-18CEEC942420}"/>
          </ac:spMkLst>
        </pc:spChg>
        <pc:spChg chg="mod">
          <ac:chgData name="muhammad haseeb" userId="90bb67323b7159e6" providerId="LiveId" clId="{FE2A28C2-0312-46BD-A00C-698BA287CBA6}" dt="2026-01-03T14:11:58.492" v="2026" actId="14100"/>
          <ac:spMkLst>
            <pc:docMk/>
            <pc:sldMk cId="2445675851" sldId="287"/>
            <ac:spMk id="4" creationId="{AD30649F-CE98-3D16-6AD5-2637D319910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9B196-6C76-5B6B-1901-BFD4E0C15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5E1528-A105-043C-053B-146CB2EEF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97C90-8C01-EB2A-37E4-E193FE9D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2D9D0-F708-42D5-894B-AF7672524DDD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7438A-3E2D-A142-B98A-B729C9AE4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1E679-4A89-8990-F381-02CD28F3E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B3C86-D378-423A-8E8E-2CC4AE2FC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6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6F07A-5831-F147-C970-26A7358A7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D7FB7-BE10-D954-E284-CFB6FAB59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75408-CE38-A513-0764-3E9D3A5B2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2D9D0-F708-42D5-894B-AF7672524DDD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7DFBC-E57D-7EC0-5305-E0FC2636D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DCE72-325D-5C58-AC0C-1B1F66538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B3C86-D378-423A-8E8E-2CC4AE2FC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673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A81EA-E444-CD82-27AA-75FD6F73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10BA9-DD49-2E4D-A0D4-0274A906D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5BE24-2DDE-81C7-539F-4380CD77F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2D9D0-F708-42D5-894B-AF7672524DDD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E96E7-CF94-57D5-1F3C-8792814F8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EA77F-355F-151F-3DF4-5F8E2DCE5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B3C86-D378-423A-8E8E-2CC4AE2FC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7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1A967-A8F3-9F89-BA6D-5F653DD7F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09ED1-9A1F-5B4A-8100-A2ADDD27F1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7EAF0-FDB2-7935-E29E-33D8AB5BB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02635-469C-ACFB-B2A6-C97C7AB87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2D9D0-F708-42D5-894B-AF7672524DDD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FF9DC-0892-70B1-EAE2-8D1DAAF99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ADF381-F656-A571-A9C9-6751B8954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B3C86-D378-423A-8E8E-2CC4AE2FC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2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046E8-02F0-88A6-721B-C5638694C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A9C63-0677-E01F-FF6A-9B3566856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1A671E-29A1-522E-20C8-7D77AB5D9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CD6966-DDEE-D9DF-810B-F623AAC500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787F87-687E-A367-5B61-5FFBF28D49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A935E3-6075-C888-B24E-69B1A50C6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2D9D0-F708-42D5-894B-AF7672524DDD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56BCC6-0793-E679-93AE-74BB86C70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12FD40-9AD2-971C-CE57-3B764DCD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B3C86-D378-423A-8E8E-2CC4AE2FC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09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F8DC4-757C-71E7-9D67-BD7F8D59C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4A2B36-EF8B-4EBB-CDD2-664D877EA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2D9D0-F708-42D5-894B-AF7672524DDD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DE03D9-9B08-65D9-1E07-67F249428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7634B2-636A-E676-89E7-E0F08BCF0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B3C86-D378-423A-8E8E-2CC4AE2FC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711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76FF8D-44D1-C819-AC58-ECA2C3969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2D9D0-F708-42D5-894B-AF7672524DDD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E64E9C-E0F8-4345-0188-47B2F1B1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2FA5E-3AB8-84A4-1299-5556C5283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B3C86-D378-423A-8E8E-2CC4AE2FC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14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43163-9C70-25C7-2FF0-C6C0B12DC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3DADE-5803-EF4F-2BDE-4339D9AEA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FE8B0C-466C-A753-C71A-E456582FB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EAEFDD-C1C8-EC1E-18B9-64858F6DD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2D9D0-F708-42D5-894B-AF7672524DDD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49993-40B3-635C-57D4-B40B0D33A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12AA4-77B9-B18B-D5A5-106335E67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B3C86-D378-423A-8E8E-2CC4AE2FC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08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9E7CC-0FA8-D0EA-4E3D-DBAA6B75F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3070CA-B2C3-50FA-5508-56118FE1F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E5A830-5CA3-FAFD-C0EE-D16CF3266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1AD54-3D24-07B6-8F85-B71A0821E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2D9D0-F708-42D5-894B-AF7672524DDD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3522E-8577-E9AA-6853-21EB87B04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6F31F-EB77-69DC-E1F8-E4AC2A621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B3C86-D378-423A-8E8E-2CC4AE2FC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057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C5B6C-C61D-054E-28F4-D6218CAC4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BC0FA5-30E4-6A7C-A14B-FF2A4533B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D3D4E-08D2-8093-8467-C2C64F83E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2D9D0-F708-42D5-894B-AF7672524DDD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F1696-3D1F-F36C-ECAE-42C10066E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C8C9F-105E-F1D7-844D-708BDBD5D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B3C86-D378-423A-8E8E-2CC4AE2FC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609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97CB75-8CD5-A3AB-21E2-982DFC598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947DF6-75D4-2364-202E-66458E889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BD5B0-2B25-51A2-50EC-2E1E4173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2D9D0-F708-42D5-894B-AF7672524DDD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884F2-0200-54EC-B561-34A9A024B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93126-3751-781A-6E16-420025F13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B3C86-D378-423A-8E8E-2CC4AE2FC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22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D4F319-2ADC-929A-377A-9253469FD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F6A6A-A8FC-0EC4-02A2-6A894D89D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8F061-8F09-0F0B-1121-EBD4109F40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2D9D0-F708-42D5-894B-AF7672524DDD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0C4AE-BEF1-8868-73AF-07D0E44BF7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FC97E-2CED-B94A-BC98-407A4B06A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0B3C86-D378-423A-8E8E-2CC4AE2FC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661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f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1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BE0AE-2B73-6D2A-43BF-FC80C86ED7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4553" y="1199440"/>
            <a:ext cx="10870470" cy="1022684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Vani" panose="020B0502040204020203" pitchFamily="18" charset="0"/>
              </a:rPr>
              <a:t>AICT Project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66FB08-F1C8-894C-8F39-4527AA4B50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4793" y="2919956"/>
            <a:ext cx="5329989" cy="2245309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>
                <a:latin typeface="Abadi" panose="020B0604020104020204" pitchFamily="34" charset="0"/>
              </a:rPr>
              <a:t>            </a:t>
            </a:r>
            <a:r>
              <a:rPr lang="en-US" b="1" dirty="0">
                <a:latin typeface="Abadi" panose="020B0604020104020204" pitchFamily="34" charset="0"/>
              </a:rPr>
              <a:t>Project Members: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Alishba Razzaq     2510301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Kashmala Rizwan  2510279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Fahad Shahzad     2510322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Haseeb Tariq        2510309</a:t>
            </a:r>
          </a:p>
          <a:p>
            <a:pPr algn="l"/>
            <a:endParaRPr lang="en-US" dirty="0">
              <a:latin typeface="Abadi" panose="020B0604020104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70210F2-08E9-1DEA-BA47-C5D52694F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4717"/>
            <a:ext cx="1589107" cy="1216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35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4F5DFE-1038-256E-248B-BD95D9ACD6DA}"/>
              </a:ext>
            </a:extLst>
          </p:cNvPr>
          <p:cNvSpPr txBox="1"/>
          <p:nvPr/>
        </p:nvSpPr>
        <p:spPr>
          <a:xfrm>
            <a:off x="466666" y="890103"/>
            <a:ext cx="65350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</a:rPr>
              <a:t>Introduction &amp; Project Overview: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0C9D2BEC-F3DC-4F00-374C-AA6FFC15BA1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49094" y="1862849"/>
            <a:ext cx="6370229" cy="3787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badi" panose="020B0604020104020204" pitchFamily="34" charset="0"/>
              </a:rPr>
              <a:t>Information and Communication Technology (ICT) has transformed traditional businesses into digital platforms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badi" panose="020B0604020104020204" pitchFamily="34" charset="0"/>
              </a:rPr>
              <a:t>E-commerce systems allow users to browse and manage products efficiently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badi" panose="020B0604020104020204" pitchFamily="34" charset="0"/>
              </a:rPr>
              <a:t>This project simulates a small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badi" panose="020B0604020104020204" pitchFamily="34" charset="0"/>
              </a:rPr>
              <a:t>online stationery shop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badi" panose="020B0604020104020204" pitchFamily="34" charset="0"/>
              </a:rPr>
              <a:t> for everyday school and office items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badi" panose="020B0604020104020204" pitchFamily="34" charset="0"/>
              </a:rPr>
              <a:t>The website displays stationery products dynamically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badi" panose="020B0604020104020204" pitchFamily="34" charset="0"/>
              </a:rPr>
              <a:t>It is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badi" panose="020B0604020104020204" pitchFamily="34" charset="0"/>
              </a:rPr>
              <a:t>fully client-side 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badi" panose="020B0604020104020204" pitchFamily="34" charset="0"/>
              </a:rPr>
              <a:t> that runs in a web browser without any backend server.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5190F8E-C51C-121E-59DD-D2E7A2ED9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143" y="3405190"/>
            <a:ext cx="85714" cy="4761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72FC6F9-4540-CEC4-06CF-9A81FBADF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143" y="3405190"/>
            <a:ext cx="85714" cy="4761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AD93BB1-3DDA-9F06-A8A1-6FA33FFA25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4047" y="1295035"/>
            <a:ext cx="4761882" cy="422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48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6CC8410-9F51-BC8C-3508-2ECF1C19D46E}"/>
              </a:ext>
            </a:extLst>
          </p:cNvPr>
          <p:cNvSpPr txBox="1"/>
          <p:nvPr/>
        </p:nvSpPr>
        <p:spPr>
          <a:xfrm>
            <a:off x="486508" y="1873028"/>
            <a:ext cx="6012766" cy="4202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badi" panose="020B0604020104020204" pitchFamily="34" charset="0"/>
              </a:rPr>
              <a:t>To design a clean, attractive, and user-friendly stationery e-commerce website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badi" panose="020B0604020104020204" pitchFamily="34" charset="0"/>
              </a:rPr>
              <a:t>To implement </a:t>
            </a:r>
            <a:r>
              <a:rPr lang="en-US" altLang="en-US" b="1" dirty="0">
                <a:latin typeface="Abadi" panose="020B0604020104020204" pitchFamily="34" charset="0"/>
              </a:rPr>
              <a:t>Create, Read, Update, and Delete (CRUD)</a:t>
            </a:r>
            <a:r>
              <a:rPr lang="en-US" altLang="en-US" dirty="0">
                <a:latin typeface="Abadi" panose="020B0604020104020204" pitchFamily="34" charset="0"/>
              </a:rPr>
              <a:t> operations using JavaScript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badi" panose="020B0604020104020204" pitchFamily="34" charset="0"/>
              </a:rPr>
              <a:t>To enable dynamic content updates without page reloads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badi" panose="020B0604020104020204" pitchFamily="34" charset="0"/>
              </a:rPr>
              <a:t>To store and manage product data using </a:t>
            </a:r>
            <a:r>
              <a:rPr lang="en-US" altLang="en-US" b="1" dirty="0">
                <a:latin typeface="Abadi" panose="020B0604020104020204" pitchFamily="34" charset="0"/>
              </a:rPr>
              <a:t>Browser Local Storage</a:t>
            </a:r>
            <a:endParaRPr lang="en-US" altLang="en-US" dirty="0">
              <a:latin typeface="Abadi" panose="020B0604020104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badi" panose="020B0604020104020204" pitchFamily="34" charset="0"/>
              </a:rPr>
              <a:t>To apply ICT concepts practically and strengthen front-end web development skills.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badi" panose="020B0604020104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DC06A7-4CB2-0DDE-1ED4-153B014BD4DA}"/>
              </a:ext>
            </a:extLst>
          </p:cNvPr>
          <p:cNvSpPr txBox="1"/>
          <p:nvPr/>
        </p:nvSpPr>
        <p:spPr>
          <a:xfrm>
            <a:off x="466666" y="890103"/>
            <a:ext cx="65350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</a:rPr>
              <a:t>Project Objectives:</a:t>
            </a:r>
          </a:p>
        </p:txBody>
      </p:sp>
      <p:sp>
        <p:nvSpPr>
          <p:cNvPr id="15" name="AutoShape 5" descr="159,300+ Checklist Stock Illustrations, Royalty-Free Vector ...">
            <a:extLst>
              <a:ext uri="{FF2B5EF4-FFF2-40B4-BE49-F238E27FC236}">
                <a16:creationId xmlns:a16="http://schemas.microsoft.com/office/drawing/2014/main" id="{A4556077-A47D-6D50-1053-343CF956B9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C482FF-4599-BD3D-6A8B-E0EACFD9D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1205" y="1338958"/>
            <a:ext cx="4990895" cy="387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002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745BFC-9786-FA83-5B20-B20D941E65BF}"/>
              </a:ext>
            </a:extLst>
          </p:cNvPr>
          <p:cNvSpPr txBox="1"/>
          <p:nvPr/>
        </p:nvSpPr>
        <p:spPr>
          <a:xfrm>
            <a:off x="586562" y="1842868"/>
            <a:ext cx="10006410" cy="4202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badi" panose="020B0604020104020204" pitchFamily="34" charset="0"/>
              </a:rPr>
              <a:t>Problem Statement:</a:t>
            </a:r>
            <a:endParaRPr lang="en-US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Abadi" panose="020B0604020104020204" pitchFamily="34" charset="0"/>
              </a:rPr>
              <a:t>Many small stationery shops lack an online presence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badi" panose="020B0604020104020204" pitchFamily="34" charset="0"/>
              </a:rPr>
              <a:t>Professional e-commerce solutions are expensive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badi" panose="020B0604020104020204" pitchFamily="34" charset="0"/>
              </a:rPr>
              <a:t>Manual product management is inefficient and time-consuming</a:t>
            </a:r>
          </a:p>
          <a:p>
            <a:pPr>
              <a:lnSpc>
                <a:spcPct val="150000"/>
              </a:lnSpc>
            </a:pPr>
            <a:endParaRPr lang="en-US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Abadi" panose="020B0604020104020204" pitchFamily="34" charset="0"/>
              </a:rPr>
              <a:t>Scope of the Project:</a:t>
            </a:r>
            <a:endParaRPr lang="en-US" dirty="0">
              <a:latin typeface="Abadi" panose="020B06040201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Abadi" panose="020B0604020104020204" pitchFamily="34" charset="0"/>
              </a:rPr>
              <a:t>Display stationery products online and manage them efficiently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badi" panose="020B0604020104020204" pitchFamily="34" charset="0"/>
              </a:rPr>
              <a:t>Implement </a:t>
            </a:r>
            <a:r>
              <a:rPr lang="en-US" b="1" dirty="0">
                <a:latin typeface="Abadi" panose="020B0604020104020204" pitchFamily="34" charset="0"/>
              </a:rPr>
              <a:t>CRUD operations</a:t>
            </a:r>
            <a:r>
              <a:rPr lang="en-US" dirty="0">
                <a:latin typeface="Abadi" panose="020B0604020104020204" pitchFamily="34" charset="0"/>
              </a:rPr>
              <a:t> for product management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badi" panose="020B0604020104020204" pitchFamily="34" charset="0"/>
              </a:rPr>
              <a:t>Provide a </a:t>
            </a:r>
            <a:r>
              <a:rPr lang="en-US" b="1" dirty="0">
                <a:latin typeface="Abadi" panose="020B0604020104020204" pitchFamily="34" charset="0"/>
              </a:rPr>
              <a:t>low-cost, easy-to-maintain solution</a:t>
            </a:r>
            <a:r>
              <a:rPr lang="en-US" dirty="0">
                <a:latin typeface="Abadi" panose="020B0604020104020204" pitchFamily="34" charset="0"/>
              </a:rPr>
              <a:t> using basic web technologies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badi" panose="020B0604020104020204" pitchFamily="34" charset="0"/>
              </a:rPr>
              <a:t>Excludes payment gateway and user authentication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829874-8FC6-FFCC-9AA0-A2BEFCB767C9}"/>
              </a:ext>
            </a:extLst>
          </p:cNvPr>
          <p:cNvSpPr txBox="1"/>
          <p:nvPr/>
        </p:nvSpPr>
        <p:spPr>
          <a:xfrm>
            <a:off x="466666" y="890103"/>
            <a:ext cx="65350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</a:rPr>
              <a:t>Problem Statement &amp; Scope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ECAAEE6-1F76-1FC9-28F6-6BA8D62C08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9812" y="1031666"/>
            <a:ext cx="4478818" cy="420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952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898529-32BD-62B0-D92C-4F31F294971A}"/>
              </a:ext>
            </a:extLst>
          </p:cNvPr>
          <p:cNvSpPr txBox="1"/>
          <p:nvPr/>
        </p:nvSpPr>
        <p:spPr>
          <a:xfrm>
            <a:off x="581669" y="1474878"/>
            <a:ext cx="4182386" cy="3274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US" sz="20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badi" panose="020B0604020104020204" pitchFamily="34" charset="0"/>
              </a:rPr>
              <a:t>Requirement Analysis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badi" panose="020B0604020104020204" pitchFamily="34" charset="0"/>
              </a:rPr>
              <a:t>System Design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badi" panose="020B0604020104020204" pitchFamily="34" charset="0"/>
              </a:rPr>
              <a:t>Implementation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badi" panose="020B0604020104020204" pitchFamily="34" charset="0"/>
              </a:rPr>
              <a:t>Testing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badi" panose="020B0604020104020204" pitchFamily="34" charset="0"/>
              </a:rPr>
              <a:t>Development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badi" panose="020B0604020104020204" pitchFamily="34" charset="0"/>
              </a:rPr>
              <a:t>Maintenance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74A3FB-D659-1729-F20E-864DEBD063A0}"/>
              </a:ext>
            </a:extLst>
          </p:cNvPr>
          <p:cNvSpPr txBox="1"/>
          <p:nvPr/>
        </p:nvSpPr>
        <p:spPr>
          <a:xfrm>
            <a:off x="466666" y="890103"/>
            <a:ext cx="65350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</a:rPr>
              <a:t>SDLC Methodology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D43327-9B5C-FBD3-5963-61B67FD46F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819" y="703170"/>
            <a:ext cx="6627515" cy="524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364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BD49FC0E-0F60-47E3-6B6A-34AF19572D4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15084" y="1915797"/>
            <a:ext cx="8721970" cy="2360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Requirement Analysis: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Identify product management needs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System Design: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Plan layout and navigation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Implementation: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Develop using HTML, CSS, JavaScript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Testing: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Verify CRUD operations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Deployment: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Run website in browser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61CE9D-01AA-B018-9710-F904BDF12354}"/>
              </a:ext>
            </a:extLst>
          </p:cNvPr>
          <p:cNvSpPr txBox="1"/>
          <p:nvPr/>
        </p:nvSpPr>
        <p:spPr>
          <a:xfrm>
            <a:off x="3378679" y="833832"/>
            <a:ext cx="65350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</a:rPr>
              <a:t>SDLC – Phase Explanation </a:t>
            </a:r>
          </a:p>
        </p:txBody>
      </p:sp>
    </p:spTree>
    <p:extLst>
      <p:ext uri="{BB962C8B-B14F-4D97-AF65-F5344CB8AC3E}">
        <p14:creationId xmlns:p14="http://schemas.microsoft.com/office/powerpoint/2010/main" val="2145069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2A5289-DF7F-2BCF-0EF2-108ABA3AB7A7}"/>
              </a:ext>
            </a:extLst>
          </p:cNvPr>
          <p:cNvSpPr txBox="1"/>
          <p:nvPr/>
        </p:nvSpPr>
        <p:spPr>
          <a:xfrm>
            <a:off x="562708" y="887935"/>
            <a:ext cx="6189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</a:rPr>
              <a:t>Tools &amp; Technologies Used: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F378048-5DC3-28CA-C71A-958156549FB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01858" y="1863047"/>
            <a:ext cx="3573194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HTML: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Page structure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CSS: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Styling and layout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JavaScript: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CRUD operations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Local Storage: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Data persistence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VS Code: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Code editor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Web Browser: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Execution</a:t>
            </a:r>
          </a:p>
        </p:txBody>
      </p:sp>
      <p:sp>
        <p:nvSpPr>
          <p:cNvPr id="4" name="AutoShape 3" descr="JavaScript Logo, symbol, meaning, history, PNG, brand">
            <a:extLst>
              <a:ext uri="{FF2B5EF4-FFF2-40B4-BE49-F238E27FC236}">
                <a16:creationId xmlns:a16="http://schemas.microsoft.com/office/drawing/2014/main" id="{24CE186A-3E64-535E-3F7B-B99E962D95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670DD0-4E6A-D440-FA0A-79F1705FFD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318" y="1472710"/>
            <a:ext cx="2946402" cy="16573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3490C9-9B39-B2F7-EBCA-C81EFD8432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864" y="3276600"/>
            <a:ext cx="2762250" cy="16573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1C9EC5F-4CF7-6E00-082D-ADCAD50053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337" y="1653103"/>
            <a:ext cx="1546359" cy="147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578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B183D29-4EEB-4272-AE43-538D23486410}"/>
              </a:ext>
            </a:extLst>
          </p:cNvPr>
          <p:cNvSpPr txBox="1"/>
          <p:nvPr/>
        </p:nvSpPr>
        <p:spPr>
          <a:xfrm>
            <a:off x="719884" y="4785432"/>
            <a:ext cx="106749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Abadi" panose="020B0604020104020204" pitchFamily="34" charset="0"/>
              </a:rPr>
              <a:t>Home → Stationery Products → Add / Update / Delete Product</a:t>
            </a:r>
            <a:endParaRPr lang="en-US" sz="2800" dirty="0">
              <a:latin typeface="Abadi" panose="020B0604020104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777E522-465F-9B22-6C3A-D8222CB9864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66666" y="1833995"/>
            <a:ext cx="9073663" cy="1889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The website uses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client-side architecture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, with all data handled in the browser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No backend server or database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is required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Designed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easy navigation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and user-friendly experience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Admin-friendly controls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allow product 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CAD4DE-0995-6061-6B39-B16FFB2990B8}"/>
              </a:ext>
            </a:extLst>
          </p:cNvPr>
          <p:cNvSpPr txBox="1"/>
          <p:nvPr/>
        </p:nvSpPr>
        <p:spPr>
          <a:xfrm>
            <a:off x="466666" y="890103"/>
            <a:ext cx="65350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</a:rPr>
              <a:t>System Design &amp; Navigation</a:t>
            </a:r>
          </a:p>
        </p:txBody>
      </p:sp>
    </p:spTree>
    <p:extLst>
      <p:ext uri="{BB962C8B-B14F-4D97-AF65-F5344CB8AC3E}">
        <p14:creationId xmlns:p14="http://schemas.microsoft.com/office/powerpoint/2010/main" val="77586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FAA9F0-D942-E4A1-0B63-CA0523BCE03A}"/>
              </a:ext>
            </a:extLst>
          </p:cNvPr>
          <p:cNvSpPr txBox="1"/>
          <p:nvPr/>
        </p:nvSpPr>
        <p:spPr>
          <a:xfrm>
            <a:off x="661182" y="531821"/>
            <a:ext cx="6189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+mj-lt"/>
              </a:rPr>
              <a:t>Implementation – Home Page: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15F7CC-94EA-D4E3-416D-C99B0D1C6583}"/>
              </a:ext>
            </a:extLst>
          </p:cNvPr>
          <p:cNvSpPr txBox="1"/>
          <p:nvPr/>
        </p:nvSpPr>
        <p:spPr>
          <a:xfrm>
            <a:off x="3972951" y="5002740"/>
            <a:ext cx="60983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000" b="1" dirty="0">
              <a:latin typeface="Abadi" panose="020B06040201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badi" panose="020B0604020104020204" pitchFamily="34" charset="0"/>
              </a:rPr>
              <a:t> Displays website name and navigation bar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badi" panose="020B0604020104020204" pitchFamily="34" charset="0"/>
              </a:rPr>
              <a:t> Introduces the stationery shop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badi" panose="020B0604020104020204" pitchFamily="34" charset="0"/>
              </a:rPr>
              <a:t> First interaction point for users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F3F871-ECAF-C79B-1883-60458BBF3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382" y="1436653"/>
            <a:ext cx="7990449" cy="356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243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7B0968-E221-944A-D211-F1EC3EE48BE0}"/>
              </a:ext>
            </a:extLst>
          </p:cNvPr>
          <p:cNvSpPr txBox="1"/>
          <p:nvPr/>
        </p:nvSpPr>
        <p:spPr>
          <a:xfrm>
            <a:off x="661182" y="531821"/>
            <a:ext cx="6189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+mj-lt"/>
              </a:rPr>
              <a:t>Product Page (READ)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49CC5E0-E81D-E281-F304-D8FD17FD972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61182" y="1496506"/>
            <a:ext cx="4319337" cy="3371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Displays a list of stationery products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Shows product images, prices, and brief descriptions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Allows users to view detailed product information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Users can select product quantity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Action buttons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Add to Cart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are provided for purchasing.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E923BE-757E-95DA-293B-3F0B3BCFB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519" y="793431"/>
            <a:ext cx="6950521" cy="471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124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45AC64-F804-B4BD-5986-2A5F3121C5D4}"/>
              </a:ext>
            </a:extLst>
          </p:cNvPr>
          <p:cNvSpPr txBox="1"/>
          <p:nvPr/>
        </p:nvSpPr>
        <p:spPr>
          <a:xfrm>
            <a:off x="661182" y="531821"/>
            <a:ext cx="4440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+mj-lt"/>
              </a:rPr>
              <a:t>Product Details 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51A1C8-D15A-E2ED-F443-13E2E3C4F39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99031" y="1325792"/>
            <a:ext cx="4764507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Displays complete information of the selected product.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Shows product image, name, price, and description.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Allows users to view details before purchasing.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66089F-5C02-2CB2-BDEA-CD5117640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538" y="543853"/>
            <a:ext cx="6649378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541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DAD1D-05DF-7AF5-CC14-18CDEEC34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33A583-56BA-9FA1-01B2-F54EECF56CEA}"/>
              </a:ext>
            </a:extLst>
          </p:cNvPr>
          <p:cNvSpPr txBox="1"/>
          <p:nvPr/>
        </p:nvSpPr>
        <p:spPr>
          <a:xfrm>
            <a:off x="661182" y="531821"/>
            <a:ext cx="4969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+mj-lt"/>
              </a:rPr>
              <a:t>Add Product Page (CREATE) 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070E76C-30B9-5AE1-AB81-6D62FFD6070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17358" y="1385826"/>
            <a:ext cx="5197642" cy="2125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Allows the admin to add new stationery products.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Product details such as name, price, and description are entered through this form.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Newly added items are saved and displayed dynamically.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C66A66-CE2E-5B0A-9792-13E9D84B8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004310"/>
            <a:ext cx="6477000" cy="484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143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FA7EE-247C-B562-172C-39ED352B9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FA0DE6-5CF4-3088-F1F7-74ED6EA2FFF5}"/>
              </a:ext>
            </a:extLst>
          </p:cNvPr>
          <p:cNvSpPr txBox="1"/>
          <p:nvPr/>
        </p:nvSpPr>
        <p:spPr>
          <a:xfrm>
            <a:off x="661182" y="531821"/>
            <a:ext cx="4969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+mj-lt"/>
              </a:rPr>
              <a:t>Update Page 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C1AF09C-E840-AD6C-4FBF-A6599BE072E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33136" y="1343838"/>
            <a:ext cx="4259180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Allows the admin to edit existing product details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Product information such as name, price, or description can be modified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Updated changes are saved and reflected immediately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8E7AE1-6F76-82B8-0368-593D3B02E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188" y="603024"/>
            <a:ext cx="7644984" cy="440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852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D6E41-EB6A-0EE0-0DFB-990D312B9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31D877-A43D-5C92-49FA-D4B7519CDF3F}"/>
              </a:ext>
            </a:extLst>
          </p:cNvPr>
          <p:cNvSpPr txBox="1"/>
          <p:nvPr/>
        </p:nvSpPr>
        <p:spPr>
          <a:xfrm>
            <a:off x="661182" y="531821"/>
            <a:ext cx="4969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+mj-lt"/>
              </a:rPr>
              <a:t>Delete Page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29A65E-8FB3-E24D-B74B-3CA9B428A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188" y="603024"/>
            <a:ext cx="7644984" cy="4407110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B7464B5E-9695-0337-AB8E-19161B75562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59828" y="1308519"/>
            <a:ext cx="4027360" cy="2540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Enables the admin to remove unwanted products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A confirmation is shown before deletion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Deleted items are removed from the product list dynamically</a:t>
            </a:r>
          </a:p>
        </p:txBody>
      </p:sp>
    </p:spTree>
    <p:extLst>
      <p:ext uri="{BB962C8B-B14F-4D97-AF65-F5344CB8AC3E}">
        <p14:creationId xmlns:p14="http://schemas.microsoft.com/office/powerpoint/2010/main" val="2289213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6A397C-0A1E-798E-40FB-2B8F4EA82C39}"/>
              </a:ext>
            </a:extLst>
          </p:cNvPr>
          <p:cNvSpPr txBox="1"/>
          <p:nvPr/>
        </p:nvSpPr>
        <p:spPr>
          <a:xfrm>
            <a:off x="482088" y="1928829"/>
            <a:ext cx="4986441" cy="2118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badi" panose="020B0604020104020204" pitchFamily="34" charset="0"/>
              </a:rPr>
              <a:t>Create:</a:t>
            </a:r>
            <a:r>
              <a:rPr lang="en-US" dirty="0">
                <a:latin typeface="Abadi" panose="020B0604020104020204" pitchFamily="34" charset="0"/>
              </a:rPr>
              <a:t> Add new stationery items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badi" panose="020B0604020104020204" pitchFamily="34" charset="0"/>
              </a:rPr>
              <a:t>Read:</a:t>
            </a:r>
            <a:r>
              <a:rPr lang="en-US" dirty="0">
                <a:latin typeface="Abadi" panose="020B0604020104020204" pitchFamily="34" charset="0"/>
              </a:rPr>
              <a:t> View all products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badi" panose="020B0604020104020204" pitchFamily="34" charset="0"/>
              </a:rPr>
              <a:t>Update:</a:t>
            </a:r>
            <a:r>
              <a:rPr lang="en-US" dirty="0">
                <a:latin typeface="Abadi" panose="020B0604020104020204" pitchFamily="34" charset="0"/>
              </a:rPr>
              <a:t> Edit product information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badi" panose="020B0604020104020204" pitchFamily="34" charset="0"/>
              </a:rPr>
              <a:t>Delete:</a:t>
            </a:r>
            <a:r>
              <a:rPr lang="en-US" dirty="0">
                <a:latin typeface="Abadi" panose="020B0604020104020204" pitchFamily="34" charset="0"/>
              </a:rPr>
              <a:t> Remove products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Abadi" panose="020B0604020104020204" pitchFamily="34" charset="0"/>
              </a:rPr>
              <a:t>All operations implemented using </a:t>
            </a:r>
            <a:r>
              <a:rPr lang="en-US" b="1" dirty="0">
                <a:latin typeface="Abadi" panose="020B0604020104020204" pitchFamily="34" charset="0"/>
              </a:rPr>
              <a:t>JavaScript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259D46-3259-290A-667E-343FA49EE77D}"/>
              </a:ext>
            </a:extLst>
          </p:cNvPr>
          <p:cNvSpPr txBox="1"/>
          <p:nvPr/>
        </p:nvSpPr>
        <p:spPr>
          <a:xfrm>
            <a:off x="904036" y="890103"/>
            <a:ext cx="6098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</a:rPr>
              <a:t>CRUD Operations Summary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F7C09F-A422-DAAD-2066-0F5350A97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6913" y="1574528"/>
            <a:ext cx="6612689" cy="415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551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4B647-719D-60F3-2997-EFCBB4F9C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79A76E1-7064-3704-2A73-0D1698B79680}"/>
              </a:ext>
            </a:extLst>
          </p:cNvPr>
          <p:cNvSpPr txBox="1"/>
          <p:nvPr/>
        </p:nvSpPr>
        <p:spPr>
          <a:xfrm>
            <a:off x="904036" y="890103"/>
            <a:ext cx="6098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</a:rPr>
              <a:t>About Us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D299AA-7DF9-1E72-85D1-3ECD1507923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61736" y="1829513"/>
            <a:ext cx="3753854" cy="2540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Provides information about the stationery store and its purpose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Explains the mission and services offered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Helps users understand the website and builds customer trust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05F651-B0E6-6173-3BF6-96BA91C81B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253" y="388469"/>
            <a:ext cx="7301093" cy="542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49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2156D-79C0-FAC4-2731-ECC5B7FD2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02B58B8-BF31-A169-44F6-690669A5C7B9}"/>
              </a:ext>
            </a:extLst>
          </p:cNvPr>
          <p:cNvSpPr txBox="1"/>
          <p:nvPr/>
        </p:nvSpPr>
        <p:spPr>
          <a:xfrm>
            <a:off x="904036" y="890103"/>
            <a:ext cx="6098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</a:rPr>
              <a:t>Contact Us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30798B-AE0E-BA5C-834C-940559F35C5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41157" y="1832847"/>
            <a:ext cx="4227095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Integrated inquiry form for seamless customer communication.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User-friendly fields for name, email, and message submissions.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Dedicated space for handling customer support and gathering feedback.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E8F991-D28B-97A7-3DAC-93C2F174B6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252" y="424068"/>
            <a:ext cx="7143240" cy="516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40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C21DC8E0-D982-A1B8-389B-7800975816C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04036" y="2046750"/>
            <a:ext cx="1047017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The Stationery E-Commerce Website was successfully developed using HTML, CSS, and JavaScript.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It allows the admin to add, view, update, and delete products dynamically using Local Storage.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The project demonstrates practical application of ICT concepts and front-end development skills.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Overall, it provides a simple, user-friendly solution suitable for small-scale online stationery shops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9C43E0-E2A3-260F-C19A-FECBED5B505D}"/>
              </a:ext>
            </a:extLst>
          </p:cNvPr>
          <p:cNvSpPr txBox="1"/>
          <p:nvPr/>
        </p:nvSpPr>
        <p:spPr>
          <a:xfrm>
            <a:off x="904036" y="890103"/>
            <a:ext cx="6098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077557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7785A69-7456-374D-1B30-0098FA3E917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33190" y="1736630"/>
            <a:ext cx="7521526" cy="1889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W3Schools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MDN Web Docs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JavaScript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Course Notes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1BCC19-0413-4AC4-8A22-2CD356E650BF}"/>
              </a:ext>
            </a:extLst>
          </p:cNvPr>
          <p:cNvSpPr txBox="1"/>
          <p:nvPr/>
        </p:nvSpPr>
        <p:spPr>
          <a:xfrm>
            <a:off x="904036" y="890103"/>
            <a:ext cx="6098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698984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DFE6A-C638-35DF-9621-6F5AC4BA1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30649F-CE98-3D16-6AD5-2637D319910B}"/>
              </a:ext>
            </a:extLst>
          </p:cNvPr>
          <p:cNvSpPr txBox="1"/>
          <p:nvPr/>
        </p:nvSpPr>
        <p:spPr>
          <a:xfrm>
            <a:off x="2877216" y="2273735"/>
            <a:ext cx="61705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latin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445675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8E9775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Century Gothic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687</Words>
  <Application>Microsoft Office PowerPoint</Application>
  <PresentationFormat>Widescreen</PresentationFormat>
  <Paragraphs>108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Abadi</vt:lpstr>
      <vt:lpstr>Arial</vt:lpstr>
      <vt:lpstr>Century Gothic</vt:lpstr>
      <vt:lpstr>Segoe UI</vt:lpstr>
      <vt:lpstr>Vani</vt:lpstr>
      <vt:lpstr>Office Theme</vt:lpstr>
      <vt:lpstr>AICT Project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haseeb</dc:creator>
  <cp:lastModifiedBy>muhammad haseeb</cp:lastModifiedBy>
  <cp:revision>1</cp:revision>
  <dcterms:created xsi:type="dcterms:W3CDTF">2026-01-03T06:40:39Z</dcterms:created>
  <dcterms:modified xsi:type="dcterms:W3CDTF">2026-01-03T14:12:00Z</dcterms:modified>
</cp:coreProperties>
</file>